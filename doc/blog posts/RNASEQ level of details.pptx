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400800"/>
  <p:notesSz cx="64008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9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05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biorender.com" TargetMode="External"/><Relationship Id="rId5" Type="http://schemas.openxmlformats.org/officeDocument/2006/relationships/hyperlink" Target="https://app.biorender.com/illustrations/6990990c19ee8e0c6ece7d97" TargetMode="External"/><Relationship Id="rId4" Type="http://schemas.openxmlformats.org/officeDocument/2006/relationships/image" Target="../media/image6.svg"/><Relationship Id="rId9" Type="http://schemas.openxmlformats.org/officeDocument/2006/relationships/hyperlink" Target="https://appsource.microsoft.com/en-us/product/office/wa200006038?src=product&amp;mktcmpid=pptx_exp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95A42D5-3375-9E91-8654-FE1CA03B4907}"/>
              </a:ext>
            </a:extLst>
          </p:cNvPr>
          <p:cNvGrpSpPr/>
          <p:nvPr/>
        </p:nvGrpSpPr>
        <p:grpSpPr>
          <a:xfrm>
            <a:off x="365379" y="266700"/>
            <a:ext cx="7740124" cy="4784271"/>
            <a:chOff x="365379" y="266700"/>
            <a:chExt cx="7740124" cy="4784271"/>
          </a:xfrm>
        </p:grpSpPr>
        <p:pic>
          <p:nvPicPr>
            <p:cNvPr id="2" name="Image 0" descr="preencoded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245483" y="1127320"/>
              <a:ext cx="1853184" cy="1097280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65379" y="880272"/>
              <a:ext cx="2983992" cy="1594104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70694" y="3245742"/>
              <a:ext cx="2859024" cy="1414272"/>
            </a:xfrm>
            <a:prstGeom prst="rect">
              <a:avLst/>
            </a:prstGeom>
          </p:spPr>
        </p:pic>
        <p:sp>
          <p:nvSpPr>
            <p:cNvPr id="5" name="Text 0"/>
            <p:cNvSpPr/>
            <p:nvPr/>
          </p:nvSpPr>
          <p:spPr>
            <a:xfrm>
              <a:off x="466725" y="266700"/>
              <a:ext cx="2425036" cy="1066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ct val="97750"/>
                </a:lnSpc>
                <a:buAutoNum type="arabicPeriod"/>
              </a:pPr>
              <a:r>
                <a:rPr lang="en-US" sz="18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RNA sequencing</a:t>
              </a:r>
              <a:endParaRPr lang="en-US" dirty="0"/>
            </a:p>
            <a:p>
              <a:pPr algn="l">
                <a:lnSpc>
                  <a:spcPct val="9775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      Millions of reads</a:t>
              </a:r>
              <a:endParaRPr lang="en-US" sz="1800" dirty="0"/>
            </a:p>
          </p:txBody>
        </p:sp>
        <p:sp>
          <p:nvSpPr>
            <p:cNvPr id="6" name="Text 1"/>
            <p:cNvSpPr/>
            <p:nvPr/>
          </p:nvSpPr>
          <p:spPr>
            <a:xfrm>
              <a:off x="3911975" y="266700"/>
              <a:ext cx="4193528" cy="838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ct val="97750"/>
                </a:lnSpc>
              </a:pPr>
              <a:r>
                <a:rPr lang="en-US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2. </a:t>
              </a:r>
              <a:r>
                <a:rPr lang="en-US" sz="18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Align to the genome.</a:t>
              </a:r>
              <a:endPara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endParaRPr>
            </a:p>
            <a:p>
              <a:pPr algn="l">
                <a:lnSpc>
                  <a:spcPct val="9775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    Read counts per gene</a:t>
              </a:r>
              <a:endParaRPr lang="en-US" dirty="0"/>
            </a:p>
            <a:p>
              <a:pPr marL="0" indent="0" algn="l">
                <a:lnSpc>
                  <a:spcPct val="9775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    (normalized to FPKM)</a:t>
              </a:r>
              <a:endParaRPr lang="en-US" sz="18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466725" y="2797645"/>
              <a:ext cx="2994932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8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3. Fold change per gene</a:t>
              </a:r>
              <a:endParaRPr lang="en-US" sz="180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3911975" y="2797645"/>
              <a:ext cx="2082136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8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4. Publication</a:t>
              </a:r>
              <a:endParaRPr lang="en-US" sz="18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5352355" y="3245320"/>
              <a:ext cx="2666600" cy="1805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“In the MED4+1A3 co-culture, the only potential sign of stress was an increase in expression of two genes encoding putative antioxidants (thioredoxin-like and peroxiredoxin-like, see Table 2 and Supplementary Table S2 for detailed gene descriptions and PMT/PMM numbers not mentioned in the text). ”</a:t>
              </a:r>
              <a:endParaRPr lang="en-US" sz="1200" dirty="0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954999" y="3239229"/>
              <a:ext cx="1109472" cy="1670304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640080"/>
            <a:ext cx="2560320" cy="5120640"/>
          </a:xfrm>
          <a:custGeom>
            <a:avLst/>
            <a:gdLst/>
            <a:ahLst/>
            <a:cxnLst/>
            <a:rect l="l" t="t" r="r" b="b"/>
            <a:pathLst>
              <a:path w="2560320" h="5120640">
                <a:moveTo>
                  <a:pt x="0" y="0"/>
                </a:moveTo>
                <a:lnTo>
                  <a:pt x="0" y="5120640"/>
                </a:lnTo>
                <a:lnTo>
                  <a:pt x="2560320" y="5120640"/>
                </a:lnTo>
                <a:lnTo>
                  <a:pt x="2560320" y="256032"/>
                </a:lnTo>
                <a:lnTo>
                  <a:pt x="2304288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blurRad="7112" dist="14224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430768" y="640080"/>
            <a:ext cx="256032" cy="307238"/>
          </a:xfrm>
          <a:custGeom>
            <a:avLst/>
            <a:gdLst/>
            <a:ahLst/>
            <a:cxnLst/>
            <a:rect l="l" t="t" r="r" b="b"/>
            <a:pathLst>
              <a:path w="256032" h="307238">
                <a:moveTo>
                  <a:pt x="0" y="0"/>
                </a:moveTo>
                <a:lnTo>
                  <a:pt x="102413" y="307238"/>
                </a:lnTo>
                <a:lnTo>
                  <a:pt x="256032" y="256032"/>
                </a:lnTo>
                <a:close/>
              </a:path>
            </a:pathLst>
          </a:custGeom>
          <a:solidFill>
            <a:srgbClr val="92B7D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8430768" y="64008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0" y="0"/>
                </a:moveTo>
                <a:lnTo>
                  <a:pt x="38405" y="256032"/>
                </a:lnTo>
                <a:lnTo>
                  <a:pt x="256032" y="256032"/>
                </a:lnTo>
                <a:close/>
              </a:path>
            </a:pathLst>
          </a:custGeom>
          <a:solidFill>
            <a:srgbClr val="CCD8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5" name="Image 0" descr="https://assets.cdn.biorender.com/assets/biorender-logo-blue.svg?cacheBust=0.98088827630498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162395"/>
            <a:ext cx="614477" cy="5190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940899"/>
            <a:ext cx="4114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8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https://app.biorender.com/illustrations/6990990c19ee8e0c6ece7d97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r>
              <a:rPr lang="en-US" sz="1008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008" dirty="0"/>
          </a:p>
        </p:txBody>
      </p:sp>
      <p:pic>
        <p:nvPicPr>
          <p:cNvPr id="7" name="Image 1" descr="https://assets.cdn.biorender.com/assets/office/biorender-ppt-lockup.svg?cacheBust=0.0731122283798710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7197" y="998525"/>
            <a:ext cx="1378886" cy="597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2512" y="1766621"/>
            <a:ext cx="204825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96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812" dirty="0"/>
          </a:p>
          <a:p>
            <a:pPr marL="0" indent="0" algn="l">
              <a:lnSpc>
                <a:spcPts val="1400"/>
              </a:lnSpc>
              <a:buNone/>
            </a:pP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812" dirty="0"/>
          </a:p>
        </p:txBody>
      </p:sp>
      <p:sp>
        <p:nvSpPr>
          <p:cNvPr id="9" name="Text 5"/>
          <p:cNvSpPr/>
          <p:nvPr/>
        </p:nvSpPr>
        <p:spPr>
          <a:xfrm>
            <a:off x="6766560" y="4890211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896" dirty="0"/>
          </a:p>
        </p:txBody>
      </p:sp>
      <p:sp>
        <p:nvSpPr>
          <p:cNvPr id="10" name="Text 6">
            <a:hlinkClick r:id="rId9"/>
          </p:cNvPr>
          <p:cNvSpPr/>
          <p:nvPr/>
        </p:nvSpPr>
        <p:spPr>
          <a:xfrm>
            <a:off x="6382512" y="5146243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672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90990c19ee8e0c6ece7d97"/>
  <p:tag name="SLIDEID" val="ebce63df-4a19-4777-826a-7d61c58ba776"/>
  <p:tag name="VERSION" val="1771098577138"/>
  <p:tag name="TITLE" val="RNASEQ level of details"/>
  <p:tag name="CREATORNAME" val="Shira Givati"/>
  <p:tag name="DATEINSERTED" val="1771098578634"/>
  <p:tag name="DPI" val="300"/>
  <p:tag name="BIOJSON" val="{&quot;id&quot;:&quot;bf159dfd-b1cd-419e-93e3-9913c5c0ca8c&quot;,&quot;objects&quot;:{&quot;ebce63df-4a19-4777-826a-7d61c58ba776&quot;:{&quot;id&quot;:&quot;ebce63df-4a19-4777-826a-7d61c58ba776&quot;,&quot;type&quot;:&quot;FIGURE_OBJECT&quot;,&quot;document&quot;:{&quot;type&quot;:&quot;FIGURE&quot;,&quot;canvasType&quot;:&quot;FIGURE&quot;,&quot;units&quot;:&quot;cm&quot;},&quot;parent&quot;:{&quot;parentId&quot;:&quot;bf159dfd-b1cd-419e-93e3-9913c5c0ca8c&quot;,&quot;type&quot;:&quot;DOCUMENT&quot;,&quot;order&quot;:&quot;5&quot;}},&quot;1611252f-056d-4c4a-a20c-93f7ff4b51eb&quot;:{&quot;id&quot;:&quot;1611252f-056d-4c4a-a20c-93f7ff4b51eb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59.9999999999999,&quot;y&quot;:672}},&quot;pathStyles&quot;:[{&quot;type&quot;:&quot;FILL&quot;,&quot;fillStyle&quot;:&quot;rgba(0,0,0,0)&quot;}],&quot;parent&quot;:{&quot;type&quot;:&quot;FRAME&quot;,&quot;parentId&quot;:&quot;ebce63df-4a19-4777-826a-7d61c58ba776&quot;,&quot;order&quot;:&quot;5&quot;}},&quot;325493be-49c1-40f6-970a-6f8ed0e67824&quot;:{&quot;relativeTransform&quot;:{&quot;translate&quot;:{&quot;x&quot;:347.74418819457355,&quot;y&quot;:-353.3402811840878},&quot;rotate&quot;:0,&quot;skewX&quot;:0,&quot;scale&quot;:{&quot;x&quot;:1,&quot;y&quot;:1}},&quot;type&quot;:&quot;FIGURE_OBJECT&quot;,&quot;id&quot;:&quot;325493be-49c1-40f6-970a-6f8ed0e67824&quot;,&quot;parent&quot;:{&quot;type&quot;:&quot;CHILD&quot;,&quot;parentId&quot;:&quot;ebce63df-4a19-4777-826a-7d61c58ba776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0f96e195-899b-40c3-ba09-b00bc59a460b&quot;:{&quot;type&quot;:&quot;FIGURE_OBJECT&quot;,&quot;id&quot;:&quot;0f96e195-899b-40c3-ba09-b00bc59a460b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90,170,70,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25493be-49c1-40f6-970a-6f8ed0e67824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52e22047-14c8-466a-852e-ed67e7979626&quot;:{&quot;relativeTransform&quot;:{&quot;translate&quot;:{&quot;x&quot;:-302.1238188037735,&quot;y&quot;:315.96390663805704},&quot;rotate&quot;:0},&quot;type&quot;:&quot;FIGURE_OBJECT&quot;,&quot;id&quot;:&quot;52e22047-14c8-466a-852e-ed67e7979626&quot;,&quot;parent&quot;:{&quot;type&quot;:&quot;CHILD&quot;,&quot;parentId&quot;:&quot;325493be-49c1-40f6-970a-6f8ed0e67824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3e18dd99-9341-4659-9584-c5a789bb8943&quot;:{&quot;type&quot;:&quot;FIGURE_OBJECT&quot;,&quot;id&quot;:&quot;3e18dd99-9341-4659-9584-c5a789bb8943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69,69,70,1)&quot;,&quot;lineWidth&quot;:1.5729799053860263,&quot;lineJoin&quot;:&quot;round&quot;,&quot;dashArray&quot;:[0,0]}],&quot;isLocked&quot;:false,&quot;parent&quot;:{&quot;type&quot;:&quot;CHILD&quot;,&quot;parentId&quot;:&quot;52e22047-14c8-466a-852e-ed67e7979626&quot;,&quot;order&quot;:&quot;05&quot;}},&quot;ef16b213-ff61-463b-b0ec-4b09ac31035b&quot;:{&quot;type&quot;:&quot;FIGURE_OBJECT&quot;,&quot;id&quot;:&quot;ef16b213-ff61-463b-b0ec-4b09ac31035b&quot;,&quot;relativeTransform&quot;:{&quot;translate&quot;:{&quot;x&quot;:17.726217183916965,&quot;y&quot;:-74.44595996359166},&quot;rotate&quot;:0},&quot;opacity&quot;:1,&quot;pathStyles&quot;:[{&quot;type&quot;:&quot;FILL&quot;,&quot;fillStyle&quot;:&quot;rgba(69,69,70,1)&quot;}]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69,69,70,1)&quot;,&quot;fontWeight&quot;:&quot;normal&quot;,&quot;fontStyle&quot;:&quot;normal&quot;,&quot;decoration&quot;:&quot;none&quot;,&quot;script&quot;:&quot;none&quot;},&quot;range&quot;:[0,5]}],&quot;text&quot;:&quot;Intron&quot;,&quot;baseStyle&quot;:{&quot;fontFamily&quot;:&quot;Roboto&quot;,&quot;fontSize&quot;:12.58383924308821,&quot;color&quot;:&quot;rgba(69,69,70,1)&quot;,&quot;fontWeight&quot;:&quot;normal&quot;,&quot;fontStyle&quot;:&quot;normal&quot;,&quot;decoration&quot;:&quot;none&quot;,&quot;script&quot;:&quot;none&quot;}}],&quot;verticalAlign&quot;:&quot;TOP&quot;},&quot;size&quot;:{&quot;x&quot;:34.6815288921453,&quot;y&quot;:14.791024837231603},&quot;targetSize&quot;:{&quot;x&quot;:34.6815288921453,&quot;y&quot;:14.791024837231603},&quot;format&quot;:&quot;BETTER_TEXT&quot;,&quot;verticalAlign&quot;:&quot;TOP&quot;},&quot;isLocked&quot;:false,&quot;parent&quot;:{&quot;type&quot;:&quot;CHILD&quot;,&quot;parentId&quot;:&quot;52e22047-14c8-466a-852e-ed67e7979626&quot;,&quot;order&quot;:&quot;6&quot;}},&quot;334ddf4c-7f1c-4ff6-a8ba-68667ae5b741&quot;:{&quot;type&quot;:&quot;FIGURE_OBJECT&quot;,&quot;id&quot;:&quot;334ddf4c-7f1c-4ff6-a8ba-68667ae5b741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(255, 134, 163)&quot;},{&quot;type&quot;:&quot;STROKE&quot;,&quot;strokeStyle&quot;:&quot;rgb(136, 8, 76)&quot;,&quot;lineWidth&quot;:0.7395512418615802,&quot;lineJoin&quot;:&quot;round&quot;}],&quot;isLocked&quot;:false,&quot;parent&quot;:{&quot;type&quot;:&quot;CHILD&quot;,&quot;parentId&quot;:&quot;52e22047-14c8-466a-852e-ed67e7979626&quot;,&quot;order&quot;:&quot;1&quot;}},&quot;f4523781-3839-4920-b66c-756048060a4c&quot;:{&quot;type&quot;:&quot;FIGURE_OBJECT&quot;,&quot;id&quot;:&quot;f4523781-3839-4920-b66c-756048060a4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,&quot;range&quot;:[0,4]}],&quot;text&quot;:&quot;Exon 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334ddf4c-7f1c-4ff6-a8ba-68667ae5b741&quot;,&quot;order&quot;:&quot;5&quot;}},&quot;8c05748c-7dcc-4978-b3ac-9c9c6becddf9&quot;:{&quot;type&quot;:&quot;FIGURE_OBJECT&quot;,&quot;id&quot;:&quot;8c05748c-7dcc-4978-b3ac-9c9c6becddf9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(255, 134, 163)&quot;},{&quot;type&quot;:&quot;STROKE&quot;,&quot;strokeStyle&quot;:&quot;rgb(136, 8, 76)&quot;,&quot;lineWidth&quot;:0.7395512418615802,&quot;lineJoin&quot;:&quot;round&quot;}],&quot;isLocked&quot;:false,&quot;parent&quot;:{&quot;type&quot;:&quot;CHILD&quot;,&quot;parentId&quot;:&quot;52e22047-14c8-466a-852e-ed67e7979626&quot;,&quot;order&quot;:&quot;8&quot;}},&quot;b83e3b75-ff8a-4695-90d6-f94e88fb8939&quot;:{&quot;type&quot;:&quot;FIGURE_OBJECT&quot;,&quot;id&quot;:&quot;b83e3b75-ff8a-4695-90d6-f94e88fb893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,&quot;range&quot;:[0,4]}],&quot;text&quot;:&quot;Exon 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8c05748c-7dcc-4978-b3ac-9c9c6becddf9&quot;,&quot;order&quot;:&quot;5&quot;}},&quot;9a2b8a65-3802-433a-bffa-dacb36538014&quot;:{&quot;type&quot;:&quot;FIGURE_OBJECT&quot;,&quot;id&quot;:&quot;9a2b8a65-3802-433a-bffa-dacb36538014&quot;,&quot;parent&quot;:{&quot;type&quot;:&quot;CHILD&quot;,&quot;parentId&quot;:&quot;325493be-49c1-40f6-970a-6f8ed0e67824&quot;,&quot;order&quot;:&quot;2&quot;},&quot;relativeTransform&quot;:{&quot;translate&quot;:{&quot;x&quot;:-512.6052103798372,&quot;y&quot;:43.54220832815986},&quot;rotate&quot;:0}},&quot;ea2ceae7-45e6-40d6-a3d6-63d60790d004&quot;:{&quot;type&quot;:&quot;FIGURE_OBJECT&quot;,&quot;id&quot;:&quot;ea2ceae7-45e6-40d6-a3d6-63d60790d004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d25a588b-3b63-4983-a4eb-c4963ef9fe96&quot;:{&quot;type&quot;:&quot;FIGURE_OBJECT&quot;,&quot;id&quot;:&quot;d25a588b-3b63-4983-a4eb-c4963ef9fe96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407ebd37-b95f-41a9-bbf9-a112962bd9d3&quot;:{&quot;type&quot;:&quot;FIGURE_OBJECT&quot;,&quot;id&quot;:&quot;407ebd37-b95f-41a9-bbf9-a112962bd9d3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271cca5-b87e-481c-b4ad-ee0508dcc95b&quot;:{&quot;type&quot;:&quot;FIGURE_OBJECT&quot;,&quot;id&quot;:&quot;0271cca5-b87e-481c-b4ad-ee0508dcc95b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2d4e07ea-0587-4ace-8ae1-212bd66c6506&quot;:{&quot;type&quot;:&quot;FIGURE_OBJECT&quot;,&quot;id&quot;:&quot;2d4e07ea-0587-4ace-8ae1-212bd66c6506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3c9f5441-b4d5-495c-b91f-97511a64cb3d&quot;:{&quot;type&quot;:&quot;FIGURE_OBJECT&quot;,&quot;id&quot;:&quot;3c9f5441-b4d5-495c-b91f-97511a64cb3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7d6e0e-5099-4299-9b98-7650b9a36edb&quot;:{&quot;type&quot;:&quot;FIGURE_OBJECT&quot;,&quot;id&quot;:&quot;5b7d6e0e-5099-4299-9b98-7650b9a36edb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f187800a-cd09-443d-a0c4-4c26f6875fb4&quot;:{&quot;type&quot;:&quot;FIGURE_OBJECT&quot;,&quot;id&quot;:&quot;f187800a-cd09-443d-a0c4-4c26f6875fb4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28df755-5dc1-4ac8-b6bc-3ccad6e60553&quot;:{&quot;type&quot;:&quot;FIGURE_OBJECT&quot;,&quot;id&quot;:&quot;528df755-5dc1-4ac8-b6bc-3ccad6e60553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8862c7e3-afed-4afd-a58d-c07d3961b683&quot;:{&quot;type&quot;:&quot;FIGURE_OBJECT&quot;,&quot;id&quot;:&quot;8862c7e3-afed-4afd-a58d-c07d3961b683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d0c81bca-4a48-468f-90dd-e3af4fdaa6f9&quot;:{&quot;type&quot;:&quot;FIGURE_OBJECT&quot;,&quot;id&quot;:&quot;d0c81bca-4a48-468f-90dd-e3af4fdaa6f9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cfedf1f6-bca6-48de-8c19-2b83918f737e&quot;:{&quot;type&quot;:&quot;FIGURE_OBJECT&quot;,&quot;id&quot;:&quot;cfedf1f6-bca6-48de-8c19-2b83918f737e&quot;,&quot;parent&quot;:{&quot;type&quot;:&quot;CHILD&quot;,&quot;parentId&quot;:&quot;325493be-49c1-40f6-970a-6f8ed0e67824&quot;,&quot;order&quot;:&quot;5&quot;},&quot;relativeTransform&quot;:{&quot;translate&quot;:{&quot;x&quot;:-512.6052103798372,&quot;y&quot;:43.54220832815986},&quot;rotate&quot;:0}},&quot;cbc19fb4-311c-4c6f-968f-7b8f4fb4da15&quot;:{&quot;type&quot;:&quot;FIGURE_OBJECT&quot;,&quot;id&quot;:&quot;cbc19fb4-311c-4c6f-968f-7b8f4fb4da15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70452349-52ec-4d86-8b6e-13836b2b27e8&quot;:{&quot;type&quot;:&quot;FIGURE_OBJECT&quot;,&quot;id&quot;:&quot;70452349-52ec-4d86-8b6e-13836b2b27e8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1ee81de2-fb9a-44c3-bad1-9b9f71ea5ace&quot;:{&quot;type&quot;:&quot;FIGURE_OBJECT&quot;,&quot;id&quot;:&quot;1ee81de2-fb9a-44c3-bad1-9b9f71ea5ace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7b357475-4e99-41d3-a305-8df7d206b22c&quot;:{&quot;type&quot;:&quot;FIGURE_OBJECT&quot;,&quot;id&quot;:&quot;7b357475-4e99-41d3-a305-8df7d206b22c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98e8644-6998-49b2-a416-771f69536973&quot;:{&quot;type&quot;:&quot;FIGURE_OBJECT&quot;,&quot;id&quot;:&quot;c98e8644-6998-49b2-a416-771f69536973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851c4c0-89b7-4d34-b5e3-14daf0646020&quot;:{&quot;type&quot;:&quot;FIGURE_OBJECT&quot;,&quot;id&quot;:&quot;1851c4c0-89b7-4d34-b5e3-14daf0646020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2a7dfe16-cee3-4d8a-945e-1d07907a8a1f&quot;:{&quot;type&quot;:&quot;FIGURE_OBJECT&quot;,&quot;id&quot;:&quot;2a7dfe16-cee3-4d8a-945e-1d07907a8a1f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7c3c0d54-d155-4378-8b08-5d5a1e516062&quot;:{&quot;type&quot;:&quot;FIGURE_OBJECT&quot;,&quot;id&quot;:&quot;7c3c0d54-d155-4378-8b08-5d5a1e516062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76797b25-3452-4cc8-80ba-d58e3d805cd0&quot;:{&quot;type&quot;:&quot;FIGURE_OBJECT&quot;,&quot;id&quot;:&quot;76797b25-3452-4cc8-80ba-d58e3d805cd0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6f44658c-5bc8-4475-9935-4e05b6ba7d27&quot;:{&quot;type&quot;:&quot;FIGURE_OBJECT&quot;,&quot;id&quot;:&quot;6f44658c-5bc8-4475-9935-4e05b6ba7d27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ca48cd20-a30b-4d69-ba72-89ca0817f874&quot;:{&quot;type&quot;:&quot;FIGURE_OBJECT&quot;,&quot;id&quot;:&quot;ca48cd20-a30b-4d69-ba72-89ca0817f874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dfd023d9-3ea6-4133-85f3-b5371b7b9b07&quot;:{&quot;relativeTransform&quot;:{&quot;translate&quot;:{&quot;x&quot;:-549.1375940277898,&quot;y&quot;:74.4961246074262},&quot;rotate&quot;:0,&quot;skewX&quot;:0,&quot;scale&quot;:{&quot;x&quot;:1,&quot;y&quot;:1}},&quot;type&quot;:&quot;FIGURE_OBJECT&quot;,&quot;id&quot;:&quot;dfd023d9-3ea6-4133-85f3-b5371b7b9b07&quot;,&quot;parent&quot;:{&quot;type&quot;:&quot;CHILD&quot;,&quot;parentId&quot;:&quot;ebce63df-4a19-4777-826a-7d61c58ba776&quot;,&quot;order&quot;:&quot;7&quot;},&quot;name&quot;:&quot;DNA fragment analysis (on computer screen, with sequencer) &quot;,&quot;displayName&quot;:&quot;DNA fragment analysis (on computer screen, with sequencer) &quot;,&quot;source&quot;:{&quot;id&quot;:&quot;6707e3c5ea77c371044d5b8f&quot;,&quot;type&quot;:&quot;ASSETS&quot;},&quot;isPremium&quot;:false},&quot;d541fdb2-a856-4914-aa1a-fe37db07db2b&quot;:{&quot;id&quot;:&quot;d541fdb2-a856-4914-aa1a-fe37db07db2b&quot;,&quot;name&quot;:&quot;Sequencer (Illumina NextSeq 500)&quot;,&quot;type&quot;:&quot;FIGURE_OBJECT&quot;,&quot;relativeTransform&quot;:{&quot;translate&quot;:{&quot;x&quot;:191.8014445136423,&quot;y&quot;:-234.39912460742622},&quot;rotate&quot;:0,&quot;skewX&quot;:0,&quot;scale&quot;:{&quot;x&quot;:0.9561792222469675,&quot;y&quot;:0.9561792222469675}},&quot;image&quot;:{&quot;url&quot;:&quot;https://icons.biorender.com/biorender/5f35b0be8d485800287e5251/20200813213323/image/sequencer-illumina-nextseq-500.png&quot;,&quot;fallbackUrl&quot;:&quot;https://res.cloudinary.com/dlcjuc3ej/image/upload/v1597354403/nb9pospoweqfubvcwjed.svg#/keystone/api/icons/5f35b0be8d485800287e5251/20200813213323/image/sequencer-illumina-nextseq-500.svg&quot;,&quot;isPremium&quot;:true,&quot;isPacked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dfd023d9-3ea6-4133-85f3-b5371b7b9b07&quot;,&quot;order&quot;:&quot;2&quot;}},&quot;e7944359-db35-4d8b-a75d-efde4ae9a017&quot;:{&quot;id&quot;:&quot;e7944359-db35-4d8b-a75d-efde4ae9a017&quot;,&quot;name&quot;:&quot;Computer screen&quot;,&quot;type&quot;:&quot;FIGURE_OBJECT&quot;,&quot;relativeTransform&quot;:{&quot;translate&quot;:{&quot;x&quot;:336.6394254885468,&quot;y&quot;:-234.34797780043914},&quot;rotate&quot;:0,&quot;skewX&quot;:0,&quot;scale&quot;:{&quot;x&quot;:0.668,&quot;y&quot;:0.668}},&quot;image&quot;:{&quot;url&quot;:&quot;https://icons.biorender.com/biorender/5b3ccd5395a91a0014d6ad82/computer-screen.png&quot;,&quot;fallbackUrl&quot;:&quot;https://res.cloudinary.com/dlcjuc3ej/image/upload/v1530711378/poxjcwfeghhd1aitpiho.svg#/keystone/api/icons/5b3ccd5395a91a0014d6ad82/computer-screen.svg&quot;,&quot;isPremium&quot;:false,&quot;isPacked&quot;:true,&quot;size&quot;:{&quot;x&quot;:250,&quot;y&quot;:203.125}},&quot;source&quot;:{&quot;id&quot;:&quot;5b3ccd292b2a330014798001&quot;,&quot;type&quot;:&quot;ASSETS&quot;},&quot;parent&quot;:{&quot;type&quot;:&quot;CHILD&quot;,&quot;parentId&quot;:&quot;dfd023d9-3ea6-4133-85f3-b5371b7b9b07&quot;,&quot;order&quot;:&quot;4&quot;}},&quot;e58aade4-7b7a-4a34-9531-ab794655771f&quot;:{&quot;relativeTransform&quot;:{&quot;translate&quot;:{&quot;x&quot;:297.16373338086197,&quot;y&quot;:-279.06634790483355},&quot;rotate&quot;:0,&quot;skewX&quot;:0,&quot;scale&quot;:{&quot;x&quot;:1,&quot;y&quot;:1}},&quot;type&quot;:&quot;FIGURE_OBJECT&quot;,&quot;id&quot;:&quot;e58aade4-7b7a-4a34-9531-ab794655771f&quot;,&quot;opacity&quot;:1,&quot;source&quot;:{&quot;id&quot;:&quot;632b23cd3d95e57899341158&quot;,&quot;type&quot;:&quot;ASSETS&quot;},&quot;pathStyles&quot;:[{&quot;type&quot;:&quot;FILL&quot;,&quot;fillStyle&quot;:&quot;rgb(0,0,0)&quot;}],&quot;isLocked&quot;:false,&quot;parent&quot;:{&quot;type&quot;:&quot;CHILD&quot;,&quot;parentId&quot;:&quot;dfd023d9-3ea6-4133-85f3-b5371b7b9b07&quot;,&quot;order&quot;:&quot;6&quot;},&quot;name&quot;:&quot;Sequenced genome (simple)&quot;,&quot;displayName&quot;:&quot;Sequenced genome (simple)&quot;,&quot;isPremium&quot;:true},&quot;9fe8fc0c-f6f0-48d2-8865-2a854a1d47f7&quot;:{&quot;type&quot;:&quot;FIGURE_OBJECT&quot;,&quot;id&quot;:&quot;9fe8fc0c-f6f0-48d2-8865-2a854a1d47f7&quot;,&quot;relativeTransform&quot;:{&quot;translate&quot;:{&quot;x&quot;:9.499825349561005,&quot;y&quot;:-9.557397011627552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1&quot;}},&quot;1cfc9099-b6d7-4ab3-addc-aed4e6ace2ff&quot;:{&quot;type&quot;:&quot;FIGURE_OBJECT&quot;,&quot;id&quot;:&quot;1cfc9099-b6d7-4ab3-addc-aed4e6ace2ff&quot;,&quot;relativeTransform&quot;:{&quot;translate&quot;:{&quot;x&quot;:10.455807806016821,&quot;y&quot;:-5.8671524135347735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2&quot;}},&quot;02eab57f-ef1e-4b62-93ab-6725317bef72&quot;:{&quot;type&quot;:&quot;FIGURE_OBJECT&quot;,&quot;id&quot;:&quot;02eab57f-ef1e-4b62-93ab-6725317bef72&quot;,&quot;relativeTransform&quot;:{&quot;translate&quot;:{&quot;x&quot;:17.984985347775517,&quot;y&quot;:-1.9024678292771742},&quot;rotate&quot;:0},&quot;opacity&quot;:1,&quot;path&quot;:{&quot;type&quot;:&quot;POLY_LINE&quot;,&quot;points&quot;:[{&quot;x&quot;:-7.9657845976767065,&quot;y&quot;:0},{&quot;x&quot;:7.965784597676706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3&quot;}},&quot;3dad89ef-26fa-438a-bdb4-e4e53183ff80&quot;:{&quot;type&quot;:&quot;FIGURE_OBJECT&quot;,&quot;id&quot;:&quot;3dad89ef-26fa-438a-bdb4-e4e53183ff80&quot;,&quot;relativeTransform&quot;:{&quot;translate&quot;:{&quot;x&quot;:-8.33135349792532,&quot;y&quot;:-1.9024678292771742},&quot;rotate&quot;:0},&quot;opacity&quot;:1,&quot;path&quot;:{&quot;type&quot;:&quot;POLY_LINE&quot;,&quot;points&quot;:[{&quot;x&quot;:-13.64206421083591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5&quot;}},&quot;a2f63575-8eae-464e-9fcb-2916c834ec33&quot;:{&quot;type&quot;:&quot;FIGURE_OBJECT&quot;,&quot;id&quot;:&quot;a2f63575-8eae-464e-9fcb-2916c834ec33&quot;,&quot;relativeTransform&quot;:{&quot;translate&quot;:{&quot;x&quot;:-8.331163004782418,&quot;y&quot;:2.4585376541830875},&quot;rotate&quot;:0},&quot;opacity&quot;:1,&quot;path&quot;:{&quot;type&quot;:&quot;POLY_LINE&quot;,&quot;points&quot;:[{&quot;x&quot;:-19.47586381533081,&quot;y&quot;:0},{&quot;x&quot;:19.4758638153308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6&quot;}},&quot;07558876-290b-469b-bfa3-ba27dba8150a&quot;:{&quot;type&quot;:&quot;FIGURE_OBJECT&quot;,&quot;id&quot;:&quot;07558876-290b-469b-bfa3-ba27dba8150a&quot;,&quot;relativeTransform&quot;:{&quot;translate&quot;:{&quot;x&quot;:10.808613521699696,&quot;y&quot;:6.201763884162928},&quot;rotate&quot;:0},&quot;opacity&quot;:1,&quot;path&quot;:{&quot;type&quot;:&quot;POLY_LINE&quot;,&quot;points&quot;:[{&quot;x&quot;:-10.191688845589496,&quot;y&quot;:0},{&quot;x&quot;:10.191688845589496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7&quot;}},&quot;08212a2f-180c-4642-aecf-56d5a198695b&quot;:{&quot;type&quot;:&quot;FIGURE_OBJECT&quot;,&quot;id&quot;:&quot;08212a2f-180c-4642-aecf-56d5a198695b&quot;,&quot;relativeTransform&quot;:{&quot;translate&quot;:{&quot;x&quot;:44.142208071804085,&quot;y&quot;:6.20209727319722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8&quot;}},&quot;440aba57-17b5-42b8-b4b1-a4fbc06e48e7&quot;:{&quot;type&quot;:&quot;FIGURE_OBJECT&quot;,&quot;id&quot;:&quot;440aba57-17b5-42b8-b4b1-a4fbc06e48e7&quot;,&quot;relativeTransform&quot;:{&quot;translate&quot;:{&quot;x&quot;:74.95840674968044,&quot;y&quot;:6.202110161278403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&quot;}},&quot;24c62aa7-b156-4d63-9273-9b573bc68001&quot;:{&quot;type&quot;:&quot;FIGURE_OBJECT&quot;,&quot;id&quot;:&quot;24c62aa7-b156-4d63-9273-9b573bc68001&quot;,&quot;relativeTransform&quot;:{&quot;translate&quot;:{&quot;x&quot;:98.28818427982414,&quot;y&quot;:6.202110161278403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5&quot;}},&quot;4f95e3ea-4d7a-45d0-832a-8f3fa271262e&quot;:{&quot;type&quot;:&quot;FIGURE_OBJECT&quot;,&quot;id&quot;:&quot;4f95e3ea-4d7a-45d0-832a-8f3fa271262e&quot;,&quot;relativeTransform&quot;:{&quot;translate&quot;:{&quot;x&quot;:29.603939581706264,&quot;y&quot;:12.561240573639326},&quot;rotate&quot;:0},&quot;opacity&quot;:1,&quot;path&quot;:{&quot;type&quot;:&quot;POLY_LINE&quot;,&quot;points&quot;:[{&quot;x&quot;:-19.47586381533081,&quot;y&quot;:0},{&quot;x&quot;:19.4758638153308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7&quot;}},&quot;c7a3e3dc-1f9d-4353-b6b7-45f52d2170dd&quot;:{&quot;type&quot;:&quot;FIGURE_OBJECT&quot;,&quot;id&quot;:&quot;c7a3e3dc-1f9d-4353-b6b7-45f52d2170dd&quot;,&quot;relativeTransform&quot;:{&quot;translate&quot;:{&quot;x&quot;:-7.209774052788737,&quot;y&quot;:17.51865977002192},&quot;rotate&quot;:0},&quot;opacity&quot;:1,&quot;path&quot;:{&quot;type&quot;:&quot;POLY_LINE&quot;,&quot;points&quot;:[{&quot;x&quot;:-19.47586381533081,&quot;y&quot;:0},{&quot;x&quot;:7.95715436274453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8&quot;}},&quot;ff755c0b-fa34-486d-872b-06a14e4bce52&quot;:{&quot;type&quot;:&quot;FIGURE_OBJECT&quot;,&quot;id&quot;:&quot;ff755c0b-fa34-486d-872b-06a14e4bce52&quot;,&quot;relativeTransform&quot;:{&quot;translate&quot;:{&quot;x&quot;:29.604211125417272,&quot;y&quot;:17.518384758814072},&quot;rotate&quot;:0},&quot;opacity&quot;:1,&quot;path&quot;:{&quot;type&quot;:&quot;POLY_LINE&quot;,&quot;points&quot;:[{&quot;x&quot;:-9.524743817602902,&quot;y&quot;:0},{&quot;x&quot;:7.95715436274453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&quot;}},&quot;c43c82de-c50a-46b4-beb7-82aa2dc56938&quot;:{&quot;type&quot;:&quot;FIGURE_OBJECT&quot;,&quot;id&quot;:&quot;c43c82de-c50a-46b4-beb7-82aa2dc56938&quot;,&quot;relativeTransform&quot;:{&quot;translate&quot;:{&quot;x&quot;:62.26429712598679,&quot;y&quot;:17.518384758814072},&quot;rotate&quot;:0},&quot;opacity&quot;:1,&quot;path&quot;:{&quot;type&quot;:&quot;POLY_LINE&quot;,&quot;points&quot;:[{&quot;x&quot;:-9.524743817602902,&quot;y&quot;:0},{&quot;x&quot;:37.555357432909574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5&quot;}},&quot;eebddb0e-93c5-4d2f-8796-80e7c16bf6c6&quot;:{&quot;type&quot;:&quot;FIGURE_OBJECT&quot;,&quot;id&quot;:&quot;eebddb0e-93c5-4d2f-8796-80e7c16bf6c6&quot;,&quot;relativeTransform&quot;:{&quot;translate&quot;:{&quot;x&quot;:20.30848018216627,&quot;y&quot;:22.686128874990633},&quot;rotate&quot;:0},&quot;opacity&quot;:1,&quot;path&quot;:{&quot;type&quot;:&quot;POLY_LINE&quot;,&quot;points&quot;:[{&quot;x&quot;:-18.3072014705523,&quot;y&quot;:0},{&quot;x&quot;:-3.636293909052787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55&quot;}},&quot;8df584df-20af-4e85-b432-4d9b22d27284&quot;:{&quot;type&quot;:&quot;FIGURE_OBJECT&quot;,&quot;id&quot;:&quot;8df584df-20af-4e85-b432-4d9b22d27284&quot;,&quot;relativeTransform&quot;:{&quot;translate&quot;:{&quot;x&quot;:22.188194205449918,&quot;y&quot;:26.37637347308341},&quot;rotate&quot;:0},&quot;opacity&quot;:1,&quot;path&quot;:{&quot;type&quot;:&quot;POLY_LINE&quot;,&quot;points&quot;:[{&quot;x&quot;:-10.54443320501867,&quot;y&quot;:0},{&quot;x&quot;:21.7713378178398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6&quot;}},&quot;ebdd9b58-6e22-4a28-9506-3e8e48447ebe&quot;:{&quot;type&quot;:&quot;FIGURE_OBJECT&quot;,&quot;id&quot;:&quot;ebdd9b58-6e22-4a28-9506-3e8e48447ebe&quot;,&quot;relativeTransform&quot;:{&quot;translate&quot;:{&quot;x&quot;:-12.942106401345814,&quot;y&quot;:30.341058057341012},&quot;rotate&quot;:0},&quot;opacity&quot;:1,&quot;path&quot;:{&quot;type&quot;:&quot;POLY_LINE&quot;,&quot;points&quot;:[{&quot;x&quot;:-13.64206421083591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7&quot;}},&quot;65a893af-a459-4c49-a067-d2c83a1d37c3&quot;:{&quot;type&quot;:&quot;FIGURE_OBJECT&quot;,&quot;id&quot;:&quot;65a893af-a459-4c49-a067-d2c83a1d37c3&quot;,&quot;relativeTransform&quot;:{&quot;translate&quot;:{&quot;x&quot;:2.4774918278228473,&quot;y&quot;:34.70206354080128},&quot;rotate&quot;:0},&quot;opacity&quot;:1,&quot;path&quot;:{&quot;type&quot;:&quot;POLY_LINE&quot;,&quot;points&quot;:[{&quot;x&quot;:60.13309616649235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75&quot;}},&quot;83338425-c31c-4b04-9f9a-b93d841af295&quot;:{&quot;type&quot;:&quot;FIGURE_OBJECT&quot;,&quot;id&quot;:&quot;83338425-c31c-4b04-9f9a-b93d841af295&quot;,&quot;relativeTransform&quot;:{&quot;translate&quot;:{&quot;x&quot;:34.53237373212664,&quot;y&quot;:38.70044669266057},&quot;rotate&quot;:0},&quot;opacity&quot;:1,&quot;path&quot;:{&quot;type&quot;:&quot;POLY_LINE&quot;,&quot;points&quot;:[{&quot;x&quot;:-10.191688845589496,&quot;y&quot;:0},{&quot;x&quot;:26.77688884180266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8&quot;}},&quot;f836b55a-7d6a-464f-abc0-dce5e5803d68&quot;:{&quot;type&quot;:&quot;FIGURE_OBJECT&quot;,&quot;id&quot;:&quot;f836b55a-7d6a-464f-abc0-dce5e5803d68&quot;,&quot;relativeTransform&quot;:{&quot;translate&quot;:{&quot;x&quot;:65.21609843294937,&quot;y&quot;:22.686472924390095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&quot;}},&quot;44685c2b-e763-496c-baf2-44a02d098e4c&quot;:{&quot;type&quot;:&quot;FIGURE_OBJECT&quot;,&quot;id&quot;:&quot;44685c2b-e763-496c-baf2-44a02d098e4c&quot;,&quot;relativeTransform&quot;:{&quot;translate&quot;:{&quot;x&quot;:68.37159706563027,&quot;y&quot;:26.376545497783148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5&quot;}},&quot;8f049cc6-7c90-45c1-b230-d1d9da789890&quot;:{&quot;type&quot;:&quot;FIGURE_OBJECT&quot;,&quot;id&quot;:&quot;8f049cc6-7c90-45c1-b230-d1d9da789890&quot;,&quot;relativeTransform&quot;:{&quot;translate&quot;:{&quot;x&quot;:-53.53891921567167,&quot;y&quot;:34.70206354080128},&quot;rotate&quot;:0},&quot;opacity&quot;:1,&quot;path&quot;:{&quot;type&quot;:&quot;POLY_LINE&quot;,&quot;points&quot;:[{&quot;x&quot;:84.37300385326543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7&quot;}},&quot;c39b38e0-18c9-4c59-b114-d7e4f2918eb8&quot;:{&quot;type&quot;:&quot;FIGURE_OBJECT&quot;,&quot;id&quot;:&quot;c39b38e0-18c9-4c59-b114-d7e4f2918eb8&quot;,&quot;relativeTransform&quot;:{&quot;translate&quot;:{&quot;x&quot;:-85.4747309454354,&quot;y&quot;:34.70257961490047},&quot;rotate&quot;:0},&quot;opacity&quot;:1,&quot;path&quot;:{&quot;type&quot;:&quot;POLY_LINE&quot;,&quot;points&quot;:[{&quot;x&quot;:84.37300385326543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8&quot;}},&quot;72ce7959-8580-4099-8ede-f5c7907e4ed6&quot;:{&quot;type&quot;:&quot;FIGURE_OBJECT&quot;,&quot;id&quot;:&quot;72ce7959-8580-4099-8ede-f5c7907e4ed6&quot;,&quot;relativeTransform&quot;:{&quot;translate&quot;:{&quot;x&quot;:89.27481713611722,&quot;y&quot;:12.56107123313558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&quot;}},&quot;3858979c-0715-46d0-acd7-e94697339d30&quot;:{&quot;type&quot;:&quot;FIGURE_OBJECT&quot;,&quot;id&quot;:&quot;3858979c-0715-46d0-acd7-e94697339d30&quot;,&quot;relativeTransform&quot;:{&quot;translate&quot;:{&quot;x&quot;:41.77749132161989,&quot;y&quot;:2.4587096788828133},&quot;rotate&quot;:0},&quot;opacity&quot;:1,&quot;path&quot;:{&quot;type&quot;:&quot;POLY_LINE&quot;,&quot;points&quot;:[{&quot;x&quot;:-19.47586381533081,&quot;y&quot;:0},{&quot;x&quot;:-5.27435771747958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5&quot;}},&quot;b59fefa8-563b-46a7-9ff7-5abb4f9d90cd&quot;:{&quot;type&quot;:&quot;FIGURE_OBJECT&quot;,&quot;id&quot;:&quot;b59fefa8-563b-46a7-9ff7-5abb4f9d90cd&quot;,&quot;relativeTransform&quot;:{&quot;translate&quot;:{&quot;x&quot;:73.16179271279218,&quot;y&quot;:2.4587096788828133},&quot;rotate&quot;:0},&quot;opacity&quot;:1,&quot;path&quot;:{&quot;type&quot;:&quot;POLY_LINE&quot;,&quot;points&quot;:[{&quot;x&quot;:-19.47586381533081,&quot;y&quot;:0},{&quot;x&quot;:-5.27435771747958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7&quot;}},&quot;7be27635-9843-4b14-845b-bcce107eb4f5&quot;:{&quot;type&quot;:&quot;FIGURE_OBJECT&quot;,&quot;id&quot;:&quot;7be27635-9843-4b14-845b-bcce107eb4f5&quot;,&quot;relativeTransform&quot;:{&quot;translate&quot;:{&quot;x&quot;:66.53253881249518,&quot;y&quot;:-9.557723515286783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8&quot;}},&quot;cc66c033-ecb6-4b88-9b94-2205a47fbcf5&quot;:{&quot;type&quot;:&quot;FIGURE_OBJECT&quot;,&quot;id&quot;:&quot;cc66c033-ecb6-4b88-9b94-2205a47fbcf5&quot;,&quot;relativeTransform&quot;:{&quot;translate&quot;:{&quot;x&quot;:95.94340924170747,&quot;y&quot;:-9.557723515286783},&quot;rotate&quot;:0},&quot;opacity&quot;:1,&quot;path&quot;:{&quot;type&quot;:&quot;POLY_LINE&quot;,&quot;points&quot;:[{&quot;x&quot;:-1.9363734978050449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&quot;}},&quot;dd808a59-7f76-4201-a861-4955aec62bbb&quot;:{&quot;type&quot;:&quot;FIGURE_OBJECT&quot;,&quot;id&quot;:&quot;dd808a59-7f76-4201-a861-4955aec62bbb&quot;,&quot;relativeTransform&quot;:{&quot;translate&quot;:{&quot;x&quot;:36.978200722652566,&quot;y&quot;:-9.557558712438235},&quot;rotate&quot;:0},&quot;opacity&quot;:1,&quot;path&quot;:{&quot;type&quot;:&quot;POLY_LINE&quot;,&quot;points&quot;:[{&quot;x&quot;:-1.9363734978050449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5&quot;}},&quot;fdc077fc-7da5-4bb6-ad40-a410bb219f9a&quot;:{&quot;type&quot;:&quot;FIGURE_OBJECT&quot;,&quot;id&quot;:&quot;fdc077fc-7da5-4bb6-ad40-a410bb219f9a&quot;,&quot;relativeTransform&quot;:{&quot;translate&quot;:{&quot;x&quot;:50.77022044313221,&quot;y&quot;:-5.867014754637445},&quot;rotate&quot;:0},&quot;opacity&quot;:1,&quot;path&quot;:{&quot;type&quot;:&quot;POLY_LINE&quot;,&quot;points&quot;:[{&quot;x&quot;:-10.54443320501867,&quot;y&quot;:0},{&quot;x&quot;:28.908293913741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7&quot;}},&quot;eff1c738-1519-4e6b-b3f4-262efd5f8370&quot;:{&quot;type&quot;:&quot;FIGURE_OBJECT&quot;,&quot;id&quot;:&quot;eff1c738-1519-4e6b-b3f4-262efd5f8370&quot;,&quot;relativeTransform&quot;:{&quot;translate&quot;:{&quot;x&quot;:34.47525370643319,&quot;y&quot;:30.341058057341012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8&quot;}},&quot;d675d891-f35e-405c-84fe-6666f163badc&quot;:{&quot;type&quot;:&quot;FIGURE_OBJECT&quot;,&quot;id&quot;:&quot;d675d891-f35e-405c-84fe-6666f163badc&quot;,&quot;relativeTransform&quot;:{&quot;translate&quot;:{&quot;x&quot;:65.28869072074328,&quot;y&quot;:30.341462433411298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&quot;}},&quot;22b50957-68a5-4767-b453-702d01e38481&quot;:{&quot;type&quot;:&quot;FIGURE_OBJECT&quot;,&quot;id&quot;:&quot;22b50957-68a5-4767-b453-702d01e38481&quot;,&quot;relativeTransform&quot;:{&quot;translate&quot;:{&quot;x&quot;:86.38930291247094,&quot;y&quot;:30.341462433411298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5&quot;}},&quot;e48b2e7a-5cda-49bc-bcb0-734c2258b814&quot;:{&quot;type&quot;:&quot;FIGURE_OBJECT&quot;,&quot;id&quot;:&quot;e48b2e7a-5cda-49bc-bcb0-734c2258b814&quot;,&quot;relativeTransform&quot;:{&quot;translate&quot;:{&quot;x&quot;:17.284884058525094,&quot;y&quot;:43.46072013900523},&quot;rotate&quot;:0},&quot;opacity&quot;:1,&quot;path&quot;:{&quot;type&quot;:&quot;POLY_LINE&quot;,&quot;points&quot;:[{&quot;x&quot;:-18.3072014705523,&quot;y&quot;:0},{&quot;x&quot;:-5.6094448577692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55&quot;}},&quot;ed282172-fabb-44fb-9097-0d03dfbc61b3&quot;:{&quot;type&quot;:&quot;FIGURE_OBJECT&quot;,&quot;id&quot;:&quot;ed282172-fabb-44fb-9097-0d03dfbc61b3&quot;,&quot;relativeTransform&quot;:{&quot;translate&quot;:{&quot;x&quot;:18.240866514980908,&quot;y&quot;:47.15096473709801},&quot;rotate&quot;:0},&quot;opacity&quot;:1,&quot;path&quot;:{&quot;type&quot;:&quot;POLY_LINE&quot;,&quot;points&quot;:[{&quot;x&quot;:31.69545022967837,&quot;y&quot;:0},{&quot;x&quot;:54.905954620453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6&quot;}},&quot;a58e03d7-0949-4c7e-8c2e-95dee1f2d110&quot;:{&quot;type&quot;:&quot;FIGURE_OBJECT&quot;,&quot;id&quot;:&quot;a58e03d7-0949-4c7e-8c2e-95dee1f2d110&quot;,&quot;relativeTransform&quot;:{&quot;translate&quot;:{&quot;x&quot;:-0.5462947889612334,&quot;y&quot;:51.11564932135561},&quot;rotate&quot;:0},&quot;opacity&quot;:1,&quot;path&quot;:{&quot;type&quot;:&quot;POLY_LINE&quot;,&quot;points&quot;:[{&quot;x&quot;:-13.64206421083591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7&quot;}},&quot;eec1ab0d-bc74-4780-aad8-79f8c5b8304c&quot;:{&quot;type&quot;:&quot;FIGURE_OBJECT&quot;,&quot;id&quot;:&quot;eec1ab0d-bc74-4780-aad8-79f8c5b8304c&quot;,&quot;relativeTransform&quot;:{&quot;translate&quot;:{&quot;x&quot;:-8.926994427878165,&quot;y&quot;:55.47686745091797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75&quot;}},&quot;b566e1cb-d45e-4622-b7dc-f97e4c268875&quot;:{&quot;type&quot;:&quot;FIGURE_OBJECT&quot;,&quot;id&quot;:&quot;b566e1cb-d45e-4622-b7dc-f97e4c268875&quot;,&quot;relativeTransform&quot;:{&quot;translate&quot;:{&quot;x&quot;:18.593672230663785,&quot;y&quot;:59.21988103479571},&quot;rotate&quot;:0},&quot;opacity&quot;:1,&quot;path&quot;:{&quot;type&quot;:&quot;POLY_LINE&quot;,&quot;points&quot;:[{&quot;x&quot;:-10.191688845589496,&quot;y&quot;:0},{&quot;x&quot;:28.900678312099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8&quot;}},&quot;072eaeb2-92fb-4c4d-9216-2fc912b26d95&quot;:{&quot;type&quot;:&quot;FIGURE_OBJECT&quot;,&quot;id&quot;:&quot;072eaeb2-92fb-4c4d-9216-2fc912b26d95&quot;,&quot;relativeTransform&quot;:{&quot;translate&quot;:{&quot;x&quot;:86.3164265684419,&quot;y&quot;:43.46089794004375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&quot;}},&quot;e89277eb-bc4f-4e27-aded-6465180e62ac&quot;:{&quot;type&quot;:&quot;FIGURE_OBJECT&quot;,&quot;id&quot;:&quot;e89277eb-bc4f-4e27-aded-6465180e62ac&quot;,&quot;relativeTransform&quot;:{&quot;translate&quot;:{&quot;x&quot;:-6.246010029554334,&quot;y&quot;:43.46072013900523},&quot;rotate&quot;:0},&quot;opacity&quot;:1,&quot;path&quot;:{&quot;type&quot;:&quot;POLY_LINE&quot;,&quot;points&quot;:[{&quot;x&quot;:-18.3072014705523,&quot;y&quot;:0},{&quot;x&quot;:-5.6094448577692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5&quot;}},&quot;2f82a069-a63f-4347-b15e-9c64275735f9&quot;:{&quot;type&quot;:&quot;FIGURE_OBJECT&quot;,&quot;id&quot;:&quot;2f82a069-a63f-4347-b15e-9c64275735f9&quot;,&quot;relativeTransform&quot;:{&quot;translate&quot;:{&quot;x&quot;:-17.29852721469887,&quot;y&quot;:47.15096473709801},&quot;rotate&quot;:0},&quot;opacity&quot;:1,&quot;path&quot;:{&quot;type&quot;:&quot;POLY_LINE&quot;,&quot;points&quot;:[{&quot;x&quot;:24.36615538712819,&quot;y&quot;:0},{&quot;x&quot;:54.905954620453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7&quot;}},&quot;988caa6e-5c1e-494f-9afa-5a801bd84729&quot;:{&quot;type&quot;:&quot;FIGURE_OBJECT&quot;,&quot;id&quot;:&quot;988caa6e-5c1e-494f-9afa-5a801bd84729&quot;,&quot;relativeTransform&quot;:{&quot;translate&quot;:{&quot;x&quot;:31.856903627410425,&quot;y&quot;:51.11579227733052},&quot;rotate&quot;:0},&quot;opacity&quot;:1,&quot;path&quot;:{&quot;type&quot;:&quot;POLY_LINE&quot;,&quot;points&quot;:[{&quot;x&quot;:34.96273316607575,&quot;y&quot;:0},{&quot;x&quot;:73.819432391774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8&quot;}},&quot;1bc24790-e3cf-4c40-b960-4a6bbf72e01d&quot;:{&quot;type&quot;:&quot;FIGURE_OBJECT&quot;,&quot;id&quot;:&quot;1bc24790-e3cf-4c40-b960-4a6bbf72e01d&quot;,&quot;relativeTransform&quot;:{&quot;translate&quot;:{&quot;x&quot;:33.873092430927876,&quot;y&quot;:51.11522402915142},&quot;rotate&quot;:0},&quot;opacity&quot;:1,&quot;path&quot;:{&quot;type&quot;:&quot;POLY_LINE&quot;,&quot;points&quot;:[{&quot;x&quot;:-1.8766172267422163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&quot;}},&quot;6a6b0b12-5c84-422c-ae6c-62ea44d7653c&quot;:{&quot;type&quot;:&quot;FIGURE_OBJECT&quot;,&quot;id&quot;:&quot;6a6b0b12-5c84-422c-ae6c-62ea44d7653c&quot;,&quot;relativeTransform&quot;:{&quot;translate&quot;:{&quot;x&quot;:20.863151800712952,&quot;y&quot;:55.47665480481587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5&quot;}},&quot;9dad59c5-4133-4fd7-8a7f-23954ffcbdac&quot;:{&quot;type&quot;:&quot;FIGURE_OBJECT&quot;,&quot;id&quot;:&quot;9dad59c5-4133-4fd7-8a7f-23954ffcbdac&quot;,&quot;relativeTransform&quot;:{&quot;translate&quot;:{&quot;x&quot;:44.16972669039725,&quot;y&quot;:55.4764073136502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7&quot;}},&quot;54bdf09a-2463-49af-ab77-59b74b52486d&quot;:{&quot;type&quot;:&quot;FIGURE_OBJECT&quot;,&quot;id&quot;:&quot;54bdf09a-2463-49af-ab77-59b74b52486d&quot;,&quot;relativeTransform&quot;:{&quot;translate&quot;:{&quot;x&quot;:72.08082738773305,&quot;y&quot;:55.47647700377738},&quot;rotate&quot;:0},&quot;opacity&quot;:1,&quot;path&quot;:{&quot;type&quot;:&quot;POLY_LINE&quot;,&quot;points&quot;:[{&quot;x&quot;:-19.47586381533081,&quot;y&quot;:0},{&quot;x&quot;:6.746035930901554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8&quot;}},&quot;b0e9e6e7-73b4-491c-be51-6cab8c4acf22&quot;:{&quot;type&quot;:&quot;FIGURE_OBJECT&quot;,&quot;id&quot;:&quot;b0e9e6e7-73b4-491c-be51-6cab8c4acf22&quot;,&quot;relativeTransform&quot;:{&quot;translate&quot;:{&quot;x&quot;:61.43821706429204,&quot;y&quot;:59.21983602361948},&quot;rotate&quot;:0},&quot;opacity&quot;:1,&quot;path&quot;:{&quot;type&quot;:&quot;POLY_LINE&quot;,&quot;points&quot;:[{&quot;x&quot;:-10.191688845589496,&quot;y&quot;:0},{&quot;x&quot;:28.900678312099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&quot;}},&quot;2c9d43a1-5c85-44ba-98e1-8aad90c141c3&quot;:{&quot;type&quot;:&quot;FIGURE_OBJECT&quot;,&quot;id&quot;:&quot;2c9d43a1-5c85-44ba-98e1-8aad90c141c3&quot;,&quot;relativeTransform&quot;:{&quot;translate&quot;:{&quot;x&quot;:89.23956615633526,&quot;y&quot;:59.21983602361948},&quot;rotate&quot;:0},&quot;opacity&quot;:1,&quot;path&quot;:{&quot;type&quot;:&quot;POLY_LINE&quot;,&quot;points&quot;:[{&quot;x&quot;:5.994028666884623,&quot;y&quot;:0},{&quot;x&quot;:18.99882759858555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5&quot;}},&quot;d1c98e59-7c98-4545-8ed7-89320946395b&quot;:{&quot;type&quot;:&quot;FIGURE_OBJECT&quot;,&quot;id&quot;:&quot;d1c98e59-7c98-4545-8ed7-89320946395b&quot;,&quot;relativeTransform&quot;:{&quot;translate&quot;:{&quot;x&quot;:5.085602801465158,&quot;y&quot;:62.963022325061004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55&quot;}},&quot;4eaad2d8-4cf8-4319-be32-44e5de2e4bec&quot;:{&quot;type&quot;:&quot;FIGURE_OBJECT&quot;,&quot;id&quot;:&quot;4eaad2d8-4cf8-4319-be32-44e5de2e4bec&quot;,&quot;relativeTransform&quot;:{&quot;translate&quot;:{&quot;x&quot;:5.921562767394527,&quot;y&quot;:67.61344684736534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6&quot;}},&quot;1db2fad5-f5d1-43c8-842f-36716dfe23b0&quot;:{&quot;type&quot;:&quot;FIGURE_OBJECT&quot;,&quot;id&quot;:&quot;1db2fad5-f5d1-43c8-842f-36716dfe23b0&quot;,&quot;relativeTransform&quot;:{&quot;translate&quot;:{&quot;x&quot;:-5.19972299236604,&quot;y&quot;:67.61350925974021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8&quot;}},&quot;ec5e6a88-f6cf-4941-85bf-9e07ddd5cf46&quot;:{&quot;type&quot;:&quot;FIGURE_OBJECT&quot;,&quot;id&quot;:&quot;ec5e6a88-f6cf-4941-85bf-9e07ddd5cf46&quot;,&quot;relativeTransform&quot;:{&quot;translate&quot;:{&quot;x&quot;:44.16960863498637,&quot;y&quot;:67.61335172225799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&quot;}},&quot;a55411ed-e720-4941-b753-144eb4fa235d&quot;:{&quot;type&quot;:&quot;FIGURE_OBJECT&quot;,&quot;id&quot;:&quot;a55411ed-e720-4941-b753-144eb4fa235d&quot;,&quot;relativeTransform&quot;:{&quot;translate&quot;:{&quot;x&quot;:63.49322960974414,&quot;y&quot;:67.61335172225799},&quot;rotate&quot;:0},&quot;opacity&quot;:1,&quot;path&quot;:{&quot;type&quot;:&quot;POLY_LINE&quot;,&quot;points&quot;:[{&quot;x&quot;:-19.47586381533081,&quot;y&quot;:0},{&quot;x&quot;:14.20147097728084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5&quot;}},&quot;60f7823d-a4ae-4190-a1be-4cfb59593771&quot;:{&quot;type&quot;:&quot;FIGURE_OBJECT&quot;,&quot;id&quot;:&quot;60f7823d-a4ae-4190-a1be-4cfb59593771&quot;,&quot;relativeTransform&quot;:{&quot;translate&quot;:{&quot;x&quot;:100.22011171083656,&quot;y&quot;:67.61306404498906},&quot;rotate&quot;:0},&quot;opacity&quot;:1,&quot;path&quot;:{&quot;type&quot;:&quot;POLY_LINE&quot;,&quot;points&quot;:[{&quot;x&quot;:-19.47586381533081,&quot;y&quot;:0},{&quot;x&quot;:5.55985140553108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7&quot;}},&quot;3bfd63a5-731c-4531-b61b-6c6f152cd55b&quot;:{&quot;id&quot;:&quot;3bfd63a5-731c-4531-b61b-6c6f152cd55b&quot;,&quot;name&quot;:&quot;image.png&quot;,&quot;type&quot;:&quot;FIGURE_OBJECT&quot;,&quot;relativeTransform&quot;:{&quot;translate&quot;:{&quot;x&quot;:91,&quot;y&quot;:108},&quot;rotate&quot;:0,&quot;skewX&quot;:0,&quot;scale&quot;:{&quot;x&quot;:1,&quot;y&quot;:1}},&quot;image&quot;:{&quot;url&quot;:&quot;https://core.services.biorender.com/api/uploads/noredirect/69909b7d7f80ce2e42a342cf/1771084669867_2f01a8bf-755d-4065-985e-8de4103ff034_icon.png&quot;,&quot;isPremium&quot;:false,&quot;isSignedURL&quot;:true,&quot;size&quot;:{&quot;x&quot;:300,&quot;y&quot;:318.56866537717605}},&quot;source&quot;:{&quot;id&quot;:&quot;69909b7d7f80ce2e42a342cf&quot;,&quot;type&quot;:&quot;UPLOADS&quot;},&quot;isPremium&quot;:false,&quot;parent&quot;:{&quot;type&quot;:&quot;CHILD&quot;,&quot;parentId&quot;:&quot;12d2c974-a850-4284-9bd4-dbebf33f21fb&quot;,&quot;order&quot;:&quot;5&quot;}},&quot;12d2c974-a850-4284-9bd4-dbebf33f21fb&quot;:{&quot;type&quot;:&quot;FIGURE_OBJECT&quot;,&quot;id&quot;:&quot;12d2c974-a850-4284-9bd4-dbebf33f21fb&quot;,&quot;parent&quot;:{&quot;type&quot;:&quot;CHILD&quot;,&quot;parentId&quot;:&quot;ebce63df-4a19-4777-826a-7d61c58ba776&quot;,&quot;order&quot;:&quot;8&quot;},&quot;relativeTransform&quot;:{&quot;translate&quot;:{&quot;x&quot;:-382.002,&quot;y&quot;:56.00033268858802},&quot;rotate&quot;:0,&quot;skewX&quot;:0,&quot;scale&quot;:{&quot;x&quot;:1,&quot;y&quot;:1}}},&quot;e099f213-1fbf-45c4-b939-61609fbb1a1f&quot;:{&quot;type&quot;:&quot;FIGURE_OBJECT&quot;,&quot;id&quot;:&quot;e099f213-1fbf-45c4-b939-61609fbb1a1f&quot;,&quot;parent&quot;:{&quot;type&quot;:&quot;CROP&quot;,&quot;parentId&quot;:&quot;12d2c974-a850-4284-9bd4-dbebf33f21fb&quot;,&quot;order&quot;:&quot;5&quot;},&quot;relativeTransform&quot;:{&quot;translate&quot;:{&quot;x&quot;:91,&quot;y&quot;:23.000000000000014},&quot;rotate&quot;:0,&quot;skewX&quot;:0,&quot;scale&quot;:{&quot;x&quot;:150,&quot;y&quot;:74.28433268858804}},&quot;path&quot;:{&quot;type&quot;:&quot;RECT&quot;,&quot;size&quot;:{&quot;x&quot;:2,&quot;y&quot;:2}},&quot;pathStyles&quot;:[{&quot;type&quot;:&quot;FILL&quot;,&quot;fillStyle&quot;:&quot;#fff&quot;}],&quot;isFrozen&quot;:true},&quot;ffb9622e-567f-4fef-a851-b40e23dd53f9&quot;:{&quot;id&quot;:&quot;ffb9622e-567f-4fef-a851-b40e23dd53f9&quot;,&quot;type&quot;:&quot;FIGURE_OBJECT&quot;,&quot;relativeTransform&quot;:{&quot;translate&quot;:{&quot;x&quot;:-303.7015151977539,&quot;y&quot;:-25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6]}],&quot;text&quot;:&quot;1. RNA sequencing&quot;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17]}],&quot;text&quot;:&quot;\tMillions of reads&quot;}],&quot;_lastCaretLocation&quot;:{&quot;lineIndex&quot;:1,&quot;runIndex&quot;:0,&quot;charIndex&quot;:1}},&quot;format&quot;:&quot;BETTER_TEXT&quot;,&quot;size&quot;:{&quot;x&quot;:254.59696960449216,&quot;y&quot;:112},&quot;targetSize&quot;:{&quot;x&quot;:254.59696960449216,&quot;y&quot;:112}},&quot;parent&quot;:{&quot;type&quot;:&quot;CHILD&quot;,&quot;parentId&quot;:&quot;ebce63df-4a19-4777-826a-7d61c58ba776&quot;,&quot;order&quot;:&quot;9&quot;}},&quot;79ac4156-0c5b-43e5-a128-08de10cac945&quot;:{&quot;id&quot;:&quot;79ac4156-0c5b-43e5-a128-08de10cac945&quot;,&quot;type&quot;:&quot;FIGURE_OBJECT&quot;,&quot;relativeTransform&quot;:{&quot;translate&quot;:{&quot;x&quot;:77.00448480224611,&quot;y&quot;:-264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2]}],&quot;text&quot;:&quot;2. Align to the genome.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1,20]}],&quot;text&quot;:&quot;\tRead counts per gene&quot;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20]}],&quot;text&quot;:&quot;\t(normalized to FPKM)&quot;}],&quot;_lastCaretLocation&quot;:{&quot;lineIndex&quot;:2,&quot;runIndex&quot;:-1,&quot;charIndex&quot;:-1,&quot;endOfLine&quot;:true}},&quot;format&quot;:&quot;BETTER_TEXT&quot;,&quot;size&quot;:{&quot;x&quot;:292.5969696044922,&quot;y&quot;:88},&quot;targetSize&quot;:{&quot;x&quot;:292.5969696044922,&quot;y&quot;:88}},&quot;parent&quot;:{&quot;type&quot;:&quot;CHILD&quot;,&quot;parentId&quot;:&quot;ebce63df-4a19-4777-826a-7d61c58ba776&quot;,&quot;order&quot;:&quot;95&quot;}},&quot;69d8b063-b030-4bdb-afa4-b161ce26097e&quot;:{&quot;id&quot;:&quot;69d8b063-b030-4bdb-afa4-b161ce26097e&quot;,&quot;type&quot;:&quot;FIGURE_OBJECT&quot;,&quot;relativeTransform&quot;:{&quot;translate&quot;:{&quot;x&quot;:-303.7015151977539,&quot;y&quot;:-14.283999999999985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2]}],&quot;text&quot;:&quot;3. Fold change per gene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54.59696960449216,&quot;y&quot;:56},&quot;targetSize&quot;:{&quot;x&quot;:254.59696960449216,&quot;y&quot;:56}},&quot;parent&quot;:{&quot;type&quot;:&quot;CHILD&quot;,&quot;parentId&quot;:&quot;ebce63df-4a19-4777-826a-7d61c58ba776&quot;,&quot;order&quot;:&quot;97&quot;}},&quot;150727e3-15ac-4283-b07f-f6b1f87080f2&quot;:{&quot;id&quot;:&quot;150727e3-15ac-4283-b07f-f6b1f87080f2&quot;,&quot;type&quot;:&quot;FIGURE_OBJECT&quot;,&quot;relativeTransform&quot;:{&quot;translate&quot;:{&quot;x&quot;:40.00448480224611,&quot;y&quot;:-20.28399999999998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3]}],&quot;text&quot;:&quot;4. Publication&quot;}],&quot;_lastCaretLocation&quot;:{&quot;lineIndex&quot;:0,&quot;runIndex&quot;:-1,&quot;charIndex&quot;:-1,&quot;endOfLine&quot;:true}},&quot;format&quot;:&quot;BETTER_TEXT&quot;,&quot;size&quot;:{&quot;x&quot;:218.5969696044922,&quot;y&quot;:44},&quot;targetSize&quot;:{&quot;x&quot;:218.5969696044922,&quot;y&quot;:44}},&quot;parent&quot;:{&quot;type&quot;:&quot;CHILD&quot;,&quot;parentId&quot;:&quot;ebce63df-4a19-4777-826a-7d61c58ba776&quot;,&quot;order&quot;:&quot;98&quot;}},&quot;fd8d6c07-78c4-4b78-af34-c5bb5c4a2d76&quot;:{&quot;id&quot;:&quot;fd8d6c07-78c4-4b78-af34-c5bb5c4a2d76&quot;,&quot;type&quot;:&quot;FIGURE_OBJECT&quot;,&quot;relativeTransform&quot;:{&quot;translate&quot;:{&quot;x&quot;:221.9060120239257,&quot;y&quot;:129.71599999999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180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81,181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82,188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89,189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90,192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93,193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194,215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216,216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217,294],&quot;style&quot;:{&quot;fontWeight&quot;:&quot;normal&quot;,&quot;fontStyle&quot;:&quot;normal&quot;,&quot;fontSize&quot;:18.666666666666664,&quot;fontFamily&quot;:&quot;Roboto&quot;,&quot;color&quot;:&quot;black&quot;,&quot;decoration&quot;:&quot;none&quot;}},{&quot;range&quot;:[295,295],&quot;style&quot;:{&quot;fontWeight&quot;:&quot;normal&quot;,&quot;fontStyle&quot;:&quot;normal&quot;,&quot;fontSize&quot;:18.666666666666664,&quot;fontFamily&quot;:&quot;Roboto&quot;,&quot;color&quot;:&quot;black&quot;,&quot;decoration&quot;:&quot;none&quot;}}],&quot;text&quot;:&quot;In the MED4+1A3 co-culture, the only potential sign of stress was an increase in expression of two genes encoding putative antioxidants (thioredoxin-like and peroxiredoxin-like, see Table 2 and Supplementary Table S2 for detailed gene descriptions and PMT/PMM numbers not mentioned in the text). &quot;}],&quot;_lastCaretLocation&quot;:{&quot;lineIndex&quot;:0,&quot;runIndex&quot;:-1,&quot;charIndex&quot;:-1,&quot;endOfLine&quot;:true},&quot;textCurve&quot;:{&quot;type&quot;:&quot;none&quot;,&quot;curveAmount&quot;:0}},&quot;format&quot;:&quot;BETTER_TEXT&quot;,&quot;size&quot;:{&quot;x&quot;:279.95799999999997,&quot;y&quot;:249.99999999999997},&quot;targetSize&quot;:{&quot;x&quot;:279.95799999999997,&quot;y&quot;:249.99999999999997}},&quot;parent&quot;:{&quot;type&quot;:&quot;CHILD&quot;,&quot;parentId&quot;:&quot;ebce63df-4a19-4777-826a-7d61c58ba776&quot;,&quot;order&quot;:&quot;998&quot;},&quot;opacity&quot;:1},&quot;89fe3461-4329-4772-aa8a-414c2e59dbee&quot;:{&quot;relativeTransform&quot;:{&quot;translate&quot;:{&quot;x&quot;:-6.537040579593256,&quot;y&quot;:91.75649666576534},&quot;rotate&quot;:0,&quot;skewX&quot;:0,&quot;scale&quot;:{&quot;x&quot;:1,&quot;y&quot;:1}},&quot;type&quot;:&quot;FIGURE_OBJECT&quot;,&quot;id&quot;:&quot;89fe3461-4329-4772-aa8a-414c2e59dbee&quot;,&quot;name&quot;:&quot;Manuscript&quot;,&quot;displayName&quot;:&quot;Manuscript&quot;,&quot;opacity&quot;:1,&quot;source&quot;:{&quot;id&quot;:&quot;5dbca0e5bcc8c9007f7469e5&quot;,&quot;type&quot;:&quot;ASSETS&quot;},&quot;pathStyles&quot;:[{&quot;type&quot;:&quot;FILL&quot;,&quot;fillStyle&quot;:&quot;rgb(0,0,0)&quot;}],&quot;isLocked&quot;:false,&quot;parent&quot;:{&quot;type&quot;:&quot;CHILD&quot;,&quot;parentId&quot;:&quot;ebce63df-4a19-4777-826a-7d61c58ba776&quot;,&quot;order&quot;:&quot;999&quot;},&quot;isPremium&quot;:true},&quot;3a7023d8-d1e8-4c93-a681-e2a6699076aa&quot;:{&quot;type&quot;:&quot;FIGURE_OBJECT&quot;,&quot;id&quot;:&quot;3a7023d8-d1e8-4c93-a681-e2a6699076aa&quot;,&quot;relativeTransform&quot;:{&quot;translate&quot;:{&quot;x&quot;:-1.8101421099449514e-14,&quot;y&quot;:1.8101421099449514e-14},&quot;rotate&quot;:0},&quot;opacity&quot;:1,&quot;path&quot;:{&quot;type&quot;:&quot;RECT&quot;,&quot;size&quot;:{&quot;x&quot;:115.06373252198384,&quot;y&quot;:174.08099333153072},&quot;cornerRounding&quot;:{&quot;type&quot;:&quot;ARC_LENGTH&quot;,&quot;global&quot;:1.4652829731740122}},&quot;pathStyles&quot;:[{&quot;type&quot;:&quot;FILL&quot;,&quot;fillStyle&quot;:&quot;rgba(244,250,255,1)&quot;},{&quot;type&quot;:&quot;STROKE&quot;,&quot;strokeStyle&quot;:&quot;#95AAD3&quot;,&quot;lineWidth&quot;:0.6368871352996661,&quot;lineJoin&quot;:&quot;round&quot;}],&quot;isLocked&quot;:false,&quot;parent&quot;:{&quot;type&quot;:&quot;CHILD&quot;,&quot;parentId&quot;:&quot;89fe3461-4329-4772-aa8a-414c2e59dbee&quot;,&quot;order&quot;:&quot;05&quot;}},&quot;9582bffe-b3da-4249-b21e-fdae140a3a03&quot;:{&quot;type&quot;:&quot;FIGURE_OBJECT&quot;,&quot;id&quot;:&quot;9582bffe-b3da-4249-b21e-fdae140a3a03&quot;,&quot;relativeTransform&quot;:{&quot;translate&quot;:{&quot;x&quot;:-11.364375538973063,&quot;y&quot;:-63.88276606037177},&quot;rotate&quot;:0},&quot;opacity&quot;:1,&quot;path&quot;:{&quot;type&quot;:&quot;RECT&quot;,&quot;size&quot;:{&quot;x&quot;:69.32522132741245,&quot;y&quot;:5.271024245996023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1&quot;}},&quot;18d8a3e0-077f-4f90-9cc0-63406a3e10e1&quot;:{&quot;type&quot;:&quot;FIGURE_OBJECT&quot;,&quot;id&quot;:&quot;18d8a3e0-077f-4f90-9cc0-63406a3e10e1&quot;,&quot;relativeTransform&quot;:{&quot;translate&quot;:{&quot;x&quot;:-36.468956654324195,&quot;y&quot;:-15.371350995031493},&quot;rotate&quot;:0},&quot;opacity&quot;:1,&quot;path&quot;:{&quot;type&quot;:&quot;RECT&quot;,&quot;size&quot;:{&quot;x&quot;:20.654603597481493,&quot;y&quot;:4.001134241721711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15&quot;}},&quot;9ddaff96-3080-4ac3-a5a7-41a7a2f36409&quot;:{&quot;type&quot;:&quot;FIGURE_OBJECT&quot;,&quot;id&quot;:&quot;9ddaff96-3080-4ac3-a5a7-41a7a2f36409&quot;,&quot;relativeTransform&quot;:{&quot;translate&quot;:{&quot;x&quot;:24.545620021415687,&quot;y&quot;:25.38390925478029},&quot;rotate&quot;:0},&quot;opacity&quot;:1,&quot;path&quot;:{&quot;type&quot;:&quot;RECT&quot;,&quot;size&quot;:{&quot;x&quot;:42.25486043561133,&quot;y&quot;:4.001134241721711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2&quot;}},&quot;b1a4bfa2-d766-4601-a086-1917f4686330&quot;:{&quot;type&quot;:&quot;FIGURE_OBJECT&quot;,&quot;id&quot;:&quot;b1a4bfa2-d766-4601-a086-1917f4686330&quot;,&quot;relativeTransform&quot;:{&quot;translate&quot;:{&quot;x&quot;:-0.3260650084306033,&quot;y&quot;:-39.30958602663308},&quot;rotate&quot;:0},&quot;opacity&quot;:1,&quot;path&quot;:{&quot;type&quot;:&quot;RECT&quot;,&quot;size&quot;:{&quot;x&quot;:91.08592460095012,&quot;y&quot;:17.70873241714484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25&quot;}},&quot;3ea56b91-eb58-45b0-bb55-738f42cc91ad&quot;:{&quot;type&quot;:&quot;FIGURE_OBJECT&quot;,&quot;id&quot;:&quot;3ea56b91-eb58-45b0-bb55-738f42cc91ad&quot;,&quot;relativeTransform&quot;:{&quot;translate&quot;:{&quot;x&quot;:-25.896904708847696,&quot;y&quot;:0.32690237318398596},&quot;rotate&quot;:0},&quot;opacity&quot;:1,&quot;path&quot;:{&quot;type&quot;:&quot;RECT&quot;,&quot;size&quot;:{&quot;x&quot;:41.79870748843449,&quot;y&quot;:17.70873241714484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3&quot;}},&quot;6a4dc6a3-093b-4a1b-a679-423fb4e61d7c&quot;:{&quot;type&quot;:&quot;FIGURE_OBJECT&quot;,&quot;id&quot;:&quot;6a4dc6a3-093b-4a1b-a679-423fb4e61d7c&quot;,&quot;relativeTransform&quot;:{&quot;translate&quot;:{&quot;x&quot;:-25.896904708847625,&quot;y&quot;:27.694213547571344},&quot;rotate&quot;:0},&quot;opacity&quot;:1,&quot;path&quot;:{&quot;type&quot;:&quot;RECT&quot;,&quot;size&quot;:{&quot;x&quot;:41.79870748843449,&quot;y&quot;:27.3392498540653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4&quot;}},&quot;45ffa79b-0a11-4392-ae40-1315710df292&quot;:{&quot;type&quot;:&quot;FIGURE_OBJECT&quot;,&quot;id&quot;:&quot;45ffa79b-0a11-4392-ae40-1315710df292&quot;,&quot;relativeTransform&quot;:{&quot;translate&quot;:{&quot;x&quot;:-25.896904708847625,&quot;y&quot;:57.544213098359094},&quot;rotate&quot;:0},&quot;opacity&quot;:1,&quot;path&quot;:{&quot;type&quot;:&quot;RECT&quot;,&quot;size&quot;:{&quot;x&quot;:41.79870748843449,&quot;y&quot;:24.936552319939175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5&quot;}},&quot;106c43af-1af7-4b6c-a81e-df135ab31876&quot;:{&quot;type&quot;:&quot;FIGURE_OBJECT&quot;,&quot;id&quot;:&quot;106c43af-1af7-4b6c-a81e-df135ab31876&quot;,&quot;relativeTransform&quot;:{&quot;translate&quot;:{&quot;x&quot;:24.317543547827196,&quot;y&quot;:0.18013741676443845},&quot;rotate&quot;:0},&quot;opacity&quot;:1,&quot;path&quot;:{&quot;type&quot;:&quot;RECT&quot;,&quot;size&quot;:{&quot;x&quot;:41.79870748843449,&quot;y&quot;:35.104111065313575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55&quot;}},&quot;421c9163-fc51-441b-8594-0ea516c422dc&quot;:{&quot;type&quot;:&quot;FIGURE_OBJECT&quot;,&quot;id&quot;:&quot;421c9163-fc51-441b-8594-0ea516c422dc&quot;,&quot;relativeTransform&quot;:{&quot;translate&quot;:{&quot;x&quot;:24.77369649500407,&quot;y&quot;:51.4529979700331},&quot;rotate&quot;:0},&quot;opacity&quot;:1,&quot;path&quot;:{&quot;type&quot;:&quot;RECT&quot;,&quot;size&quot;:{&quot;x&quot;:41.79870748843449,&quot;y&quot;:36.8347448197870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6&quot;}},&quot;a4c40832-e60e-4958-ad2f-f460e47d15a0&quot;:{&quot;type&quot;:&quot;FIGURE_OBJECT&quot;,&quot;id&quot;:&quot;a4c40832-e60e-4958-ad2f-f460e47d15a0&quot;,&quot;relativeTransform&quot;:{&quot;translate&quot;:{&quot;x&quot;:-5.1411374345578125,&quot;y&quot;:-55.47854500716469},&quot;rotate&quot;:0},&quot;opacity&quot;:1,&quot;path&quot;:{&quot;type&quot;:&quot;RECT&quot;,&quot;size&quot;:{&quot;x&quot;:81.77169753624295,&quot;y&quot;:2.8010186871296345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65&quot;}},&quot;6813e6c9-1211-44bb-a994-05d52ffade6c&quot;:{&quot;type&quot;:&quot;FIGURE_OBJECT&quot;,&quot;id&quot;:&quot;6813e6c9-1211-44bb-a994-05d52ffade6c&quot;,&quot;relativeTransform&quot;:{&quot;translate&quot;:{&quot;x&quot;:39.4024451020442,&quot;y&quot;:-76.00076348956019},&quot;rotate&quot;:0},&quot;opacity&quot;:1,&quot;path&quot;:{&quot;type&quot;:&quot;RECT&quot;,&quot;size&quot;:{&quot;x&quot;:11.628835060765544,&quot;y&quot;:2.8010186871296345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7&quot;}},&quot;83355b29-fa4b-4c48-91f2-c78b80dd5bde&quot;:{&quot;type&quot;:&quot;FIGURE_OBJECT&quot;,&quot;id&quot;:&quot;83355b29-fa4b-4c48-91f2-c78b80dd5bde&quot;,&quot;relativeTransform&quot;:{&quot;translate&quot;:{&quot;x&quot;:-25.857900264626736,&quot;y&quot;:76.98304701557025},&quot;rotate&quot;:0},&quot;opacity&quot;:0.78,&quot;path&quot;:{&quot;type&quot;:&quot;RECT&quot;,&quot;size&quot;:{&quot;x&quot;:41.87671637687626,&quot;y&quot;:2.8010186871296345},&quot;cornerRounding&quot;:{&quot;type&quot;:&quot;ARC_LENGTH&quot;,&quot;global&quot;:4.151635090659839}},&quot;pathStyles&quot;:[{&quot;type&quot;:&quot;FILL&quot;,&quot;fillStyle&quot;:&quot;rgba(219,231,245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75&quot;}},&quot;4b17c8d8-8c50-47e9-becf-506c48b36155&quot;:{&quot;type&quot;:&quot;FIGURE_OBJECT&quot;,&quot;id&quot;:&quot;4b17c8d8-8c50-47e9-becf-506c48b36155&quot;,&quot;relativeTransform&quot;:{&quot;translate&quot;:{&quot;x&quot;:-0.789672875264999,&quot;y&quot;:-24.20006187482004},&quot;rotate&quot;:0},&quot;opacity&quot;:1,&quot;path&quot;:{&quot;type&quot;:&quot;RECT&quot;,&quot;size&quot;:{&quot;x&quot;:92.01317115559974,&quot;y&quot;:0.6819024618450814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8&quot;}},&quot;82f46afd-0577-4b0b-946e-31cfa0d278b7&quot;:{&quot;type&quot;:&quot;FIGURE_OBJECT&quot;,&quot;id&quot;:&quot;82f46afd-0577-4b0b-946e-31cfa0d278b7&quot;,&quot;relativeTransform&quot;:{&quot;translate&quot;:{&quot;x&quot;:-28.46622427430271,&quot;y&quot;:-74.593705747092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6.633444357946037,&quot;color&quot;:&quot;#232323&quot;,&quot;fontWeight&quot;:&quot;normal&quot;,&quot;fontStyle&quot;:&quot;normal&quot;,&quot;decoration&quot;:&quot;none&quot;,&quot;script&quot;:&quot;none&quot;},&quot;range&quot;:[0,4]}],&quot;text&quot;:&quot;Title&quot;,&quot;baseStyle&quot;:{&quot;fontFamily&quot;:&quot;Roboto&quot;,&quot;fontSize&quot;:6.633444357946037,&quot;color&quot;:&quot;#232323&quot;,&quot;fontWeight&quot;:&quot;normal&quot;,&quot;fontStyle&quot;:&quot;normal&quot;,&quot;decoration&quot;:&quot;none&quot;,&quot;script&quot;:&quot;none&quot;}}],&quot;verticalAlign&quot;:&quot;TOP&quot;},&quot;size&quot;:{&quot;x&quot;:54.414973248776086,&quot;y&quot;:8.279532758895659},&quot;targetSize&quot;:{&quot;x&quot;:54.414973248776086,&quot;y&quot;:8.279532758895659},&quot;format&quot;:&quot;BETTER_TEXT&quot;,&quot;verticalAlign&quot;:&quot;TOP&quot;},&quot;isLocked&quot;:false,&quot;parent&quot;:{&quot;type&quot;:&quot;CHILD&quot;,&quot;parentId&quot;:&quot;89fe3461-4329-4772-aa8a-414c2e59dbee&quot;,&quot;order&quot;:&quot;9&quot;}},&quot;bf159dfd-b1cd-419e-93e3-9913c5c0ca8c&quot;:{&quot;id&quot;:&quot;bf159dfd-b1cd-419e-93e3-9913c5c0ca8c&quot;,&quot;type&quot;:&quot;FIGURE_OBJECT&quot;,&quot;document&quot;:{&quot;type&quot;:&quot;DOCUMENT_GROUP&quot;,&quot;canvasType&quot;:&quot;FIGURE&quot;,&quot;units&quot;:&quot;cm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0990c19ee8e0c6ece7d97"/>
  <p:tag name="FIGURESLIDEID" val="ebce63df-4a19-4777-826a-7d61c58ba776"/>
  <p:tag name="SELECTIONIDS" val="325493be-49c1-40f6-970a-6f8ed0e67824"/>
  <p:tag name="TRANSPARENTBACKGROUND" val="true"/>
  <p:tag name="VERSION" val="1771098577138"/>
  <p:tag name="TITLE" val="RNASEQ level of details"/>
  <p:tag name="CREATORNAME" val="Shira Givati"/>
  <p:tag name="DATEINSERTED" val="1771098578634"/>
  <p:tag name="DPI" val="300"/>
  <p:tag name="BIOJSON" val="{&quot;id&quot;:&quot;bf159dfd-b1cd-419e-93e3-9913c5c0ca8c&quot;,&quot;objects&quot;:{&quot;325493be-49c1-40f6-970a-6f8ed0e67824&quot;:{&quot;relativeTransform&quot;:{&quot;translate&quot;:{&quot;x&quot;:347.74418819457355,&quot;y&quot;:-353.3402811840878},&quot;rotate&quot;:0,&quot;skewX&quot;:0,&quot;scale&quot;:{&quot;x&quot;:1,&quot;y&quot;:1}},&quot;type&quot;:&quot;FIGURE_OBJECT&quot;,&quot;id&quot;:&quot;325493be-49c1-40f6-970a-6f8ed0e67824&quot;,&quot;parent&quot;:{&quot;type&quot;:&quot;CHILD&quot;,&quot;parentId&quot;:&quot;ebce63df-4a19-4777-826a-7d61c58ba776&quot;,&quot;order&quot;:&quot;5&quot;},&quot;name&quot;:&quot;RNA map sequencing&quot;,&quot;displayName&quot;:&quot;RNA map sequencing&quot;,&quot;source&quot;:{&quot;id&quot;:&quot;63407fa472ecc23b36c85f2e&quot;,&quot;type&quot;:&quot;ASSETS&quot;},&quot;isPremium&quot;:true},&quot;0f96e195-899b-40c3-ba09-b00bc59a460b&quot;:{&quot;type&quot;:&quot;FIGURE_OBJECT&quot;,&quot;id&quot;:&quot;0f96e195-899b-40c3-ba09-b00bc59a460b&quot;,&quot;relativeTransform&quot;:{&quot;translate&quot;:{&quot;x&quot;:-363.02081797561743,&quot;y&quot;:221.13028700237544},&quot;rotate&quot;:0},&quot;opacity&quot;:1,&quot;path&quot;:{&quot;type&quot;:&quot;POLY_LINE&quot;,&quot;points&quot;:[{&quot;x&quot;:-8.948190327793963,&quot;y&quot;:9.281769815138825},{&quot;x&quot;:-8.948190327793963,&quot;y&quot;:-9.281769815138825},{&quot;x&quot;:6.908407992088083,&quot;y&quot;:-9.281769815138825}],&quot;closed&quot;:false},&quot;pathStyles&quot;:[{&quot;type&quot;:&quot;FILL&quot;,&quot;fillStyle&quot;:&quot;rgba(0,0,0,0)&quot;},{&quot;type&quot;:&quot;STROKE&quot;,&quot;strokeStyle&quot;:&quot;rgba(90,170,70,1)&quot;,&quot;lineWidth&quot;:1.57297990538602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25493be-49c1-40f6-970a-6f8ed0e67824&quot;,&quot;order&quot;:&quot;7&quot;},&quot;connectorInfo&quot;:{&quot;connectedObjects&quot;:[],&quot;type&quot;:&quot;ELBOW&quot;,&quot;offset&quot;:{&quot;x&quot;:0,&quot;y&quot;:0},&quot;bending&quot;:-0.1,&quot;firstElementIsHead&quot;:true,&quot;customized&quot;:false}},&quot;52e22047-14c8-466a-852e-ed67e7979626&quot;:{&quot;relativeTransform&quot;:{&quot;translate&quot;:{&quot;x&quot;:-302.1238188037735,&quot;y&quot;:315.96390663805704},&quot;rotate&quot;:0},&quot;type&quot;:&quot;FIGURE_OBJECT&quot;,&quot;id&quot;:&quot;52e22047-14c8-466a-852e-ed67e7979626&quot;,&quot;parent&quot;:{&quot;type&quot;:&quot;CHILD&quot;,&quot;parentId&quot;:&quot;325493be-49c1-40f6-970a-6f8ed0e67824&quot;,&quot;order&quot;:&quot;1&quot;},&quot;name&quot;:&quot;Pre-sliced introns and exons (editable)&quot;,&quot;displayName&quot;:&quot;Pre-sliced introns and exons&quot;,&quot;source&quot;:{&quot;id&quot;:&quot;603298ba59681400a6b4b680&quot;,&quot;type&quot;:&quot;ASSETS&quot;},&quot;isPremium&quot;:true},&quot;3e18dd99-9341-4659-9584-c5a789bb8943&quot;:{&quot;type&quot;:&quot;FIGURE_OBJECT&quot;,&quot;id&quot;:&quot;3e18dd99-9341-4659-9584-c5a789bb8943&quot;,&quot;relativeTransform&quot;:{&quot;translate&quot;:{&quot;x&quot;:19.474904705088232,&quot;y&quot;:-84.86369834863886},&quot;rotate&quot;:0},&quot;opacity&quot;:1,&quot;path&quot;:{&quot;type&quot;:&quot;POLY_LINE&quot;,&quot;points&quot;:[{&quot;x&quot;:-96.61148919091383,&quot;y&quot;:0},{&quot;x&quot;:92.42094099913722,&quot;y&quot;:0}],&quot;closed&quot;:false},&quot;pathStyles&quot;:[{&quot;type&quot;:&quot;FILL&quot;,&quot;fillStyle&quot;:&quot;rgba(0,0,0,0)&quot;},{&quot;type&quot;:&quot;STROKE&quot;,&quot;strokeStyle&quot;:&quot;rgba(69,69,70,1)&quot;,&quot;lineWidth&quot;:1.5729799053860263,&quot;lineJoin&quot;:&quot;round&quot;,&quot;dashArray&quot;:[0,0]}],&quot;isLocked&quot;:false,&quot;parent&quot;:{&quot;type&quot;:&quot;CHILD&quot;,&quot;parentId&quot;:&quot;52e22047-14c8-466a-852e-ed67e7979626&quot;,&quot;order&quot;:&quot;05&quot;}},&quot;ef16b213-ff61-463b-b0ec-4b09ac31035b&quot;:{&quot;type&quot;:&quot;FIGURE_OBJECT&quot;,&quot;id&quot;:&quot;ef16b213-ff61-463b-b0ec-4b09ac31035b&quot;,&quot;relativeTransform&quot;:{&quot;translate&quot;:{&quot;x&quot;:17.726217183916965,&quot;y&quot;:-74.44595996359166},&quot;rotate&quot;:0},&quot;opacity&quot;:1,&quot;pathStyles&quot;:[{&quot;type&quot;:&quot;FILL&quot;,&quot;fillStyle&quot;:&quot;rgba(69,69,70,1)&quot;}]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69,69,70,1)&quot;,&quot;fontWeight&quot;:&quot;normal&quot;,&quot;fontStyle&quot;:&quot;normal&quot;,&quot;decoration&quot;:&quot;none&quot;,&quot;script&quot;:&quot;none&quot;},&quot;range&quot;:[0,5]}],&quot;text&quot;:&quot;Intron&quot;,&quot;baseStyle&quot;:{&quot;fontFamily&quot;:&quot;Roboto&quot;,&quot;fontSize&quot;:12.58383924308821,&quot;color&quot;:&quot;rgba(69,69,70,1)&quot;,&quot;fontWeight&quot;:&quot;normal&quot;,&quot;fontStyle&quot;:&quot;normal&quot;,&quot;decoration&quot;:&quot;none&quot;,&quot;script&quot;:&quot;none&quot;}}],&quot;verticalAlign&quot;:&quot;TOP&quot;},&quot;size&quot;:{&quot;x&quot;:34.6815288921453,&quot;y&quot;:14.791024837231603},&quot;targetSize&quot;:{&quot;x&quot;:34.6815288921453,&quot;y&quot;:14.791024837231603},&quot;format&quot;:&quot;BETTER_TEXT&quot;,&quot;verticalAlign&quot;:&quot;TOP&quot;},&quot;isLocked&quot;:false,&quot;parent&quot;:{&quot;type&quot;:&quot;CHILD&quot;,&quot;parentId&quot;:&quot;52e22047-14c8-466a-852e-ed67e7979626&quot;,&quot;order&quot;:&quot;6&quot;}},&quot;334ddf4c-7f1c-4ff6-a8ba-68667ae5b741&quot;:{&quot;type&quot;:&quot;FIGURE_OBJECT&quot;,&quot;id&quot;:&quot;334ddf4c-7f1c-4ff6-a8ba-68667ae5b741&quot;,&quot;relativeTransform&quot;:{&quot;translate&quot;:{&quot;x&quot;:-29.916724409371266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48.893094333962594,&quot;y&quot;:17.045454545454547},&quot;cornerRounding&quot;:{&quot;type&quot;:&quot;ARC_LENGTH&quot;,&quot;global&quot;:0}},&quot;pathStyles&quot;:[{&quot;type&quot;:&quot;FILL&quot;,&quot;fillStyle&quot;:&quot;rgb(255, 134, 163)&quot;},{&quot;type&quot;:&quot;STROKE&quot;,&quot;strokeStyle&quot;:&quot;rgb(136, 8, 76)&quot;,&quot;lineWidth&quot;:0.7395512418615802,&quot;lineJoin&quot;:&quot;round&quot;}],&quot;isLocked&quot;:false,&quot;parent&quot;:{&quot;type&quot;:&quot;CHILD&quot;,&quot;parentId&quot;:&quot;52e22047-14c8-466a-852e-ed67e7979626&quot;,&quot;order&quot;:&quot;1&quot;}},&quot;f4523781-3839-4920-b66c-756048060a4c&quot;:{&quot;type&quot;:&quot;FIGURE_OBJECT&quot;,&quot;id&quot;:&quot;f4523781-3839-4920-b66c-756048060a4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,&quot;range&quot;:[0,4]}],&quot;text&quot;:&quot;Exon 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3.02592301388709,&quot;y&quot;:15},&quot;targetSize&quot;:{&quot;x&quot;:43.02592301388709,&quot;y&quot;:2},&quot;format&quot;:&quot;BETTER_TEXT&quot;,&quot;verticalAlign&quot;:&quot;TOP&quot;},&quot;parent&quot;:{&quot;type&quot;:&quot;CHILD&quot;,&quot;parentId&quot;:&quot;334ddf4c-7f1c-4ff6-a8ba-68667ae5b741&quot;,&quot;order&quot;:&quot;5&quot;}},&quot;8c05748c-7dcc-4978-b3ac-9c9c6becddf9&quot;:{&quot;type&quot;:&quot;FIGURE_OBJECT&quot;,&quot;id&quot;:&quot;8c05748c-7dcc-4978-b3ac-9c9c6becddf9&quot;,&quot;relativeTransform&quot;:{&quot;translate&quot;:{&quot;x&quot;:67.1176531222687,&quot;y&quot;:-84.86374213048548},&quot;rotate&quot;:0},&quot;layout&quot;:{&quot;sizeRatio&quot;:{&quot;x&quot;:0.88,&quot;y&quot;:0.88},&quot;keepAspectRatio&quot;:false},&quot;opacity&quot;:1,&quot;path&quot;:{&quot;type&quot;:&quot;RECT&quot;,&quot;size&quot;:{&quot;x&quot;:52.3898640523155,&quot;y&quot;:17.045454545454547},&quot;cornerRounding&quot;:{&quot;type&quot;:&quot;ARC_LENGTH&quot;,&quot;global&quot;:0}},&quot;pathStyles&quot;:[{&quot;type&quot;:&quot;FILL&quot;,&quot;fillStyle&quot;:&quot;rgb(255, 134, 163)&quot;},{&quot;type&quot;:&quot;STROKE&quot;,&quot;strokeStyle&quot;:&quot;rgb(136, 8, 76)&quot;,&quot;lineWidth&quot;:0.7395512418615802,&quot;lineJoin&quot;:&quot;round&quot;}],&quot;isLocked&quot;:false,&quot;parent&quot;:{&quot;type&quot;:&quot;CHILD&quot;,&quot;parentId&quot;:&quot;52e22047-14c8-466a-852e-ed67e7979626&quot;,&quot;order&quot;:&quot;8&quot;}},&quot;b83e3b75-ff8a-4695-90d6-f94e88fb8939&quot;:{&quot;type&quot;:&quot;FIGURE_OBJECT&quot;,&quot;id&quot;:&quot;b83e3b75-ff8a-4695-90d6-f94e88fb893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,&quot;range&quot;:[0,4]}],&quot;text&quot;:&quot;Exon &quot;,&quot;baseStyle&quot;:{&quot;fontFamily&quot;:&quot;Roboto&quot;,&quot;fontSize&quot;:12.58383924308821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46.10308036603764,&quot;y&quot;:15},&quot;targetSize&quot;:{&quot;x&quot;:46.10308036603764,&quot;y&quot;:2},&quot;format&quot;:&quot;BETTER_TEXT&quot;,&quot;verticalAlign&quot;:&quot;TOP&quot;},&quot;parent&quot;:{&quot;type&quot;:&quot;CHILD&quot;,&quot;parentId&quot;:&quot;8c05748c-7dcc-4978-b3ac-9c9c6becddf9&quot;,&quot;order&quot;:&quot;5&quot;}},&quot;9a2b8a65-3802-433a-bffa-dacb36538014&quot;:{&quot;type&quot;:&quot;FIGURE_OBJECT&quot;,&quot;id&quot;:&quot;9a2b8a65-3802-433a-bffa-dacb36538014&quot;,&quot;parent&quot;:{&quot;type&quot;:&quot;CHILD&quot;,&quot;parentId&quot;:&quot;325493be-49c1-40f6-970a-6f8ed0e67824&quot;,&quot;order&quot;:&quot;2&quot;},&quot;relativeTransform&quot;:{&quot;translate&quot;:{&quot;x&quot;:-512.6052103798372,&quot;y&quot;:43.54220832815986},&quot;rotate&quot;:0}},&quot;ea2ceae7-45e6-40d6-a3d6-63d60790d004&quot;:{&quot;type&quot;:&quot;FIGURE_OBJECT&quot;,&quot;id&quot;:&quot;ea2ceae7-45e6-40d6-a3d6-63d60790d004&quot;,&quot;relativeTransform&quot;:{&quot;translate&quot;:{&quot;x&quot;:172.04117835477342,&quot;y&quot;:117.52705113178165},&quot;rotate&quot;:0},&quot;opacity&quot;:1,&quot;path&quot;:{&quot;type&quot;:&quot;POLY_LINE&quot;,&quot;points&quot;:[{&quot;x&quot;:-15.353850883818001,&quot;y&quot;:0},{&quot;x&quot;:15.35385088381800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d25a588b-3b63-4983-a4eb-c4963ef9fe96&quot;:{&quot;type&quot;:&quot;FIGURE_OBJECT&quot;,&quot;id&quot;:&quot;d25a588b-3b63-4983-a4eb-c4963ef9fe96&quot;,&quot;relativeTransform&quot;:{&quot;translate&quot;:{&quot;x&quot;:188.0983014527451,&quot;y&quot;:125.06310319339735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407ebd37-b95f-41a9-bbf9-a112962bd9d3&quot;:{&quot;type&quot;:&quot;FIGURE_OBJECT&quot;,&quot;id&quot;:&quot;407ebd37-b95f-41a9-bbf9-a112962bd9d3&quot;,&quot;relativeTransform&quot;:{&quot;translate&quot;:{&quot;x&quot;:184.40767999876437,&quot;y&quot;:132.59915525501307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0271cca5-b87e-481c-b4ad-ee0508dcc95b&quot;:{&quot;type&quot;:&quot;FIGURE_OBJECT&quot;,&quot;id&quot;:&quot;0271cca5-b87e-481c-b4ad-ee0508dcc95b&quot;,&quot;relativeTransform&quot;:{&quot;translate&quot;:{&quot;x&quot;:176.28831280000665,&quot;y&quot;:140.1352073166288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2d4e07ea-0587-4ace-8ae1-212bd66c6506&quot;:{&quot;type&quot;:&quot;FIGURE_OBJECT&quot;,&quot;id&quot;:&quot;2d4e07ea-0587-4ace-8ae1-212bd66c6506&quot;,&quot;relativeTransform&quot;:{&quot;translate&quot;:{&quot;x&quot;:188.09821984206388,&quot;y&quot;:147.67125937824449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3c9f5441-b4d5-495c-b91f-97511a64cb3d&quot;:{&quot;type&quot;:&quot;FIGURE_OBJECT&quot;,&quot;id&quot;:&quot;3c9f5441-b4d5-495c-b91f-97511a64cb3d&quot;,&quot;relativeTransform&quot;:{&quot;translate&quot;:{&quot;x&quot;:180.71697693410235,&quot;y&quot;:162.74336350147593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5b7d6e0e-5099-4299-9b98-7650b9a36edb&quot;:{&quot;type&quot;:&quot;FIGURE_OBJECT&quot;,&quot;id&quot;:&quot;5b7d6e0e-5099-4299-9b98-7650b9a36edb&quot;,&quot;relativeTransform&quot;:{&quot;translate&quot;:{&quot;x&quot;:166.48658862139692,&quot;y&quot;:155.2073114398602},&quot;rotate&quot;:0},&quot;opacity&quot;:1,&quot;path&quot;:{&quot;type&quot;:&quot;POLY_LINE&quot;,&quot;points&quot;:[{&quot;x&quot;:-9.877007701110603,&quot;y&quot;:0},{&quot;x&quot;:9.877007701110603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f187800a-cd09-443d-a0c4-4c26f6875fb4&quot;:{&quot;type&quot;:&quot;FIGURE_OBJECT&quot;,&quot;id&quot;:&quot;f187800a-cd09-443d-a0c4-4c26f6875fb4&quot;,&quot;relativeTransform&quot;:{&quot;translate&quot;:{&quot;x&quot;:188.0989257711913,&quot;y&quot;:170.27941556309162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528df755-5dc1-4ac8-b6bc-3ccad6e60553&quot;:{&quot;type&quot;:&quot;FIGURE_OBJECT&quot;,&quot;id&quot;:&quot;528df755-5dc1-4ac8-b6bc-3ccad6e60553&quot;,&quot;relativeTransform&quot;:{&quot;translate&quot;:{&quot;x&quot;:195.6071307507643,&quot;y&quot;:109.99099907016594},&quot;rotate&quot;:0},&quot;opacity&quot;:1,&quot;path&quot;:{&quot;type&quot;:&quot;POLY_LINE&quot;,&quot;points&quot;:[{&quot;x&quot;:-8.400759155692771,&quot;y&quot;:0},{&quot;x&quot;:8.40075915569277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8862c7e3-afed-4afd-a58d-c07d3961b683&quot;:{&quot;type&quot;:&quot;FIGURE_OBJECT&quot;,&quot;id&quot;:&quot;8862c7e3-afed-4afd-a58d-c07d3961b683&quot;,&quot;relativeTransform&quot;:{&quot;translate&quot;:{&quot;x&quot;:199.2981118478996,&quot;y&quot;:102.45494700855022},&quot;rotate&quot;:0},&quot;opacity&quot;:1,&quot;path&quot;:{&quot;type&quot;:&quot;POLY_LINE&quot;,&quot;points&quot;:[{&quot;x&quot;:-4.710137792148145,&quot;y&quot;:0},{&quot;x&quot;:4.710137792148145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d0c81bca-4a48-468f-90dd-e3af4fdaa6f9&quot;:{&quot;type&quot;:&quot;FIGURE_OBJECT&quot;,&quot;id&quot;:&quot;d0c81bca-4a48-468f-90dd-e3af4fdaa6f9&quot;,&quot;relativeTransform&quot;:{&quot;translate&quot;:{&quot;x&quot;:184.40821114036925,&quot;y&quot;:94.91889494693451},&quot;rotate&quot;:0},&quot;opacity&quot;:1,&quot;path&quot;:{&quot;type&quot;:&quot;POLY_LINE&quot;,&quot;points&quot;:[{&quot;x&quot;:-11.168725178351242,&quot;y&quot;:0},{&quot;x&quot;:11.168725178351242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9a2b8a65-3802-433a-bffa-dacb36538014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cfedf1f6-bca6-48de-8c19-2b83918f737e&quot;:{&quot;type&quot;:&quot;FIGURE_OBJECT&quot;,&quot;id&quot;:&quot;cfedf1f6-bca6-48de-8c19-2b83918f737e&quot;,&quot;parent&quot;:{&quot;type&quot;:&quot;CHILD&quot;,&quot;parentId&quot;:&quot;325493be-49c1-40f6-970a-6f8ed0e67824&quot;,&quot;order&quot;:&quot;5&quot;},&quot;relativeTransform&quot;:{&quot;translate&quot;:{&quot;x&quot;:-512.6052103798372,&quot;y&quot;:43.54220832815986},&quot;rotate&quot;:0}},&quot;cbc19fb4-311c-4c6f-968f-7b8f4fb4da15&quot;:{&quot;type&quot;:&quot;FIGURE_OBJECT&quot;,&quot;id&quot;:&quot;cbc19fb4-311c-4c6f-968f-7b8f4fb4da15&quot;,&quot;relativeTransform&quot;:{&quot;translate&quot;:{&quot;x&quot;:291.1711650814544,&quot;y&quot;:117.5275031819447},&quot;rotate&quot;:-1.6986101013487643e-16},&quot;opacity&quot;:1,&quot;path&quot;:{&quot;type&quot;:&quot;POLY_LINE&quot;,&quot;points&quot;:[{&quot;x&quot;:12.025748843744207,&quot;y&quot;:0},{&quot;x&quot;:-12.025748843744207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70452349-52ec-4d86-8b6e-13836b2b27e8&quot;:{&quot;type&quot;:&quot;FIGURE_OBJECT&quot;,&quot;id&quot;:&quot;70452349-52ec-4d86-8b6e-13836b2b27e8&quot;,&quot;relativeTransform&quot;:{&quot;translate&quot;:{&quot;x&quot;:269.888345340772,&quot;y&quot;:125.0635162459407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1ee81de2-fb9a-44c3-bad1-9b9f71ea5ace&quot;:{&quot;type&quot;:&quot;FIGURE_OBJECT&quot;,&quot;id&quot;:&quot;1ee81de2-fb9a-44c3-bad1-9b9f71ea5ace&quot;,&quot;relativeTransform&quot;:{&quot;translate&quot;:{&quot;x&quot;:265.3094172610062,&quot;y&quot;:132.59952930993674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7b357475-4e99-41d3-a305-8df7d206b22c&quot;:{&quot;type&quot;:&quot;FIGURE_OBJECT&quot;,&quot;id&quot;:&quot;7b357475-4e99-41d3-a305-8df7d206b22c&quot;,&quot;relativeTransform&quot;:{&quot;translate&quot;:{&quot;x&quot;:283.4804845808308,&quot;y&quot;:140.1355423739328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98e8644-6998-49b2-a416-771f69536973&quot;:{&quot;type&quot;:&quot;FIGURE_OBJECT&quot;,&quot;id&quot;:&quot;c98e8644-6998-49b2-a416-771f69536973&quot;,&quot;relativeTransform&quot;:{&quot;translate&quot;:{&quot;x&quot;:265.3091069266338,&quot;y&quot;:147.67155543792882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1851c4c0-89b7-4d34-b5e3-14daf0646020&quot;:{&quot;type&quot;:&quot;FIGURE_OBJECT&quot;,&quot;id&quot;:&quot;1851c4c0-89b7-4d34-b5e3-14daf0646020&quot;,&quot;relativeTransform&quot;:{&quot;translate&quot;:{&quot;x&quot;:274.4672381997293,&quot;y&quot;:162.74358156592086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2a7dfe16-cee3-4d8a-945e-1d07907a8a1f&quot;:{&quot;type&quot;:&quot;FIGURE_OBJECT&quot;,&quot;id&quot;:&quot;2a7dfe16-cee3-4d8a-945e-1d07907a8a1f&quot;,&quot;relativeTransform&quot;:{&quot;translate&quot;:{&quot;x&quot;:291.40021996235254,&quot;y&quot;:155.20756850192484},&quot;rotate&quot;:-1.6986101013487643e-16},&quot;opacity&quot;:1,&quot;path&quot;:{&quot;type&quot;:&quot;POLY_LINE&quot;,&quot;points&quot;:[{&quot;x&quot;:12.254702119961328,&quot;y&quot;:0},{&quot;x&quot;:-12.254702119961328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7c3c0d54-d155-4378-8b08-5d5a1e516062&quot;:{&quot;type&quot;:&quot;FIGURE_OBJECT&quot;,&quot;id&quot;:&quot;7c3c0d54-d155-4378-8b08-5d5a1e516062&quot;,&quot;relativeTransform&quot;:{&quot;translate&quot;:{&quot;x&quot;:265.30823105901925,&quot;y&quot;:170.2795946299169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76797b25-3452-4cc8-80ba-d58e3d805cd0&quot;:{&quot;type&quot;:&quot;FIGURE_OBJECT&quot;,&quot;id&quot;:&quot;76797b25-3452-4cc8-80ba-d58e3d805cd0&quot;,&quot;relativeTransform&quot;:{&quot;translate&quot;:{&quot;x&quot;:258.68193534046515,&quot;y&quot;:109.99149011794869},&quot;rotate&quot;:-1.6986101013487643e-16},&quot;opacity&quot;:1,&quot;path&quot;:{&quot;type&quot;:&quot;POLY_LINE&quot;,&quot;points&quot;:[{&quot;x&quot;:7.23090967519281,&quot;y&quot;:0},{&quot;x&quot;:-7.2309096751928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6f44658c-5bc8-4475-9935-4e05b6ba7d27&quot;:{&quot;type&quot;:&quot;FIGURE_OBJECT&quot;,&quot;id&quot;:&quot;6f44658c-5bc8-4475-9935-4e05b6ba7d27&quot;,&quot;relativeTransform&quot;:{&quot;translate&quot;:{&quot;x&quot;:261.8011016531401,&quot;y&quot;:102.45547705395266},&quot;rotate&quot;:-1.6986101013487643e-16},&quot;opacity&quot;:1,&quot;path&quot;:{&quot;type&quot;:&quot;POLY_LINE&quot;,&quot;points&quot;:[{&quot;x&quot;:10.350598011811915,&quot;y&quot;:0},{&quot;x&quot;:-10.350598011811915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ca48cd20-a30b-4d69-ba72-89ca0817f874&quot;:{&quot;type&quot;:&quot;FIGURE_OBJECT&quot;,&quot;id&quot;:&quot;ca48cd20-a30b-4d69-ba72-89ca0817f874&quot;,&quot;relativeTransform&quot;:{&quot;translate&quot;:{&quot;x&quot;:269.88835431217467,&quot;y&quot;:94.91946398995663},&quot;rotate&quot;:-1.6986101013487643e-16},&quot;opacity&quot;:1,&quot;path&quot;:{&quot;type&quot;:&quot;POLY_LINE&quot;,&quot;points&quot;:[{&quot;x&quot;:13.857375053480661,&quot;y&quot;:0},{&quot;x&quot;:-13.857375053480661,&quot;y&quot;:0}],&quot;closed&quot;:false},&quot;pathStyles&quot;:[{&quot;type&quot;:&quot;FILL&quot;,&quot;fillStyle&quot;:&quot;rgba(0,0,0,0)&quot;},{&quot;type&quot;:&quot;STROKE&quot;,&quot;strokeStyle&quot;:&quot;rgba(0, 147, 216, 0.9294117647058824)&quot;,&quot;lineWidth&quot;:1.5729799053860263,&quot;lineJoin&quot;:&quot;round&quot;}],&quot;isLocked&quot;:false,&quot;parent&quot;:{&quot;type&quot;:&quot;CHILD&quot;,&quot;parentId&quot;:&quot;cfedf1f6-bca6-48de-8c19-2b83918f737e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ebce63df-4a19-4777-826a-7d61c58ba776&quot;:{&quot;id&quot;:&quot;ebce63df-4a19-4777-826a-7d61c58ba776&quot;,&quot;type&quot;:&quot;FIGURE_OBJECT&quot;,&quot;document&quot;:{&quot;type&quot;:&quot;FIGURE&quot;,&quot;canvasType&quot;:&quot;FIGURE&quot;,&quot;units&quot;:&quot;cm&quot;},&quot;parent&quot;:{&quot;parentId&quot;:&quot;bf159dfd-b1cd-419e-93e3-9913c5c0ca8c&quot;,&quot;type&quot;:&quot;DOCUMENT&quot;,&quot;order&quot;:&quot;5&quot;}},&quot;bf159dfd-b1cd-419e-93e3-9913c5c0ca8c&quot;:{&quot;id&quot;:&quot;bf159dfd-b1cd-419e-93e3-9913c5c0ca8c&quot;,&quot;type&quot;:&quot;FIGURE_OBJECT&quot;,&quot;document&quot;:{&quot;type&quot;:&quot;DOCUMENT_GROUP&quot;,&quot;canvasType&quot;:&quot;FIGURE&quot;,&quot;units&quot;:&quot;cm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0990c19ee8e0c6ece7d97"/>
  <p:tag name="FIGURESLIDEID" val="ebce63df-4a19-4777-826a-7d61c58ba776"/>
  <p:tag name="SELECTIONIDS" val="dfd023d9-3ea6-4133-85f3-b5371b7b9b07"/>
  <p:tag name="TRANSPARENTBACKGROUND" val="true"/>
  <p:tag name="VERSION" val="1771098577138"/>
  <p:tag name="TITLE" val="RNASEQ level of details"/>
  <p:tag name="CREATORNAME" val="Shira Givati"/>
  <p:tag name="DATEINSERTED" val="1771098578634"/>
  <p:tag name="DPI" val="300"/>
  <p:tag name="BIOJSON" val="{&quot;id&quot;:&quot;bf159dfd-b1cd-419e-93e3-9913c5c0ca8c&quot;,&quot;objects&quot;:{&quot;dfd023d9-3ea6-4133-85f3-b5371b7b9b07&quot;:{&quot;relativeTransform&quot;:{&quot;translate&quot;:{&quot;x&quot;:-549.1375940277898,&quot;y&quot;:74.4961246074262},&quot;rotate&quot;:0,&quot;skewX&quot;:0,&quot;scale&quot;:{&quot;x&quot;:1,&quot;y&quot;:1}},&quot;type&quot;:&quot;FIGURE_OBJECT&quot;,&quot;id&quot;:&quot;dfd023d9-3ea6-4133-85f3-b5371b7b9b07&quot;,&quot;parent&quot;:{&quot;type&quot;:&quot;CHILD&quot;,&quot;parentId&quot;:&quot;ebce63df-4a19-4777-826a-7d61c58ba776&quot;,&quot;order&quot;:&quot;7&quot;},&quot;name&quot;:&quot;DNA fragment analysis (on computer screen, with sequencer) &quot;,&quot;displayName&quot;:&quot;DNA fragment analysis (on computer screen, with sequencer) &quot;,&quot;source&quot;:{&quot;id&quot;:&quot;6707e3c5ea77c371044d5b8f&quot;,&quot;type&quot;:&quot;ASSETS&quot;},&quot;isPremium&quot;:false},&quot;d541fdb2-a856-4914-aa1a-fe37db07db2b&quot;:{&quot;id&quot;:&quot;d541fdb2-a856-4914-aa1a-fe37db07db2b&quot;,&quot;name&quot;:&quot;Sequencer (Illumina NextSeq 500)&quot;,&quot;type&quot;:&quot;FIGURE_OBJECT&quot;,&quot;relativeTransform&quot;:{&quot;translate&quot;:{&quot;x&quot;:191.8014445136423,&quot;y&quot;:-234.39912460742622},&quot;rotate&quot;:0,&quot;skewX&quot;:0,&quot;scale&quot;:{&quot;x&quot;:0.9561792222469675,&quot;y&quot;:0.9561792222469675}},&quot;image&quot;:{&quot;url&quot;:&quot;https://icons.biorender.com/biorender/5f35b0be8d485800287e5251/20200813213323/image/sequencer-illumina-nextseq-500.png&quot;,&quot;fallbackUrl&quot;:&quot;https://res.cloudinary.com/dlcjuc3ej/image/upload/v1597354403/nb9pospoweqfubvcwjed.svg#/keystone/api/icons/5f35b0be8d485800287e5251/20200813213323/image/sequencer-illumina-nextseq-500.svg&quot;,&quot;isPremium&quot;:true,&quot;isPacked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dfd023d9-3ea6-4133-85f3-b5371b7b9b07&quot;,&quot;order&quot;:&quot;2&quot;}},&quot;e7944359-db35-4d8b-a75d-efde4ae9a017&quot;:{&quot;id&quot;:&quot;e7944359-db35-4d8b-a75d-efde4ae9a017&quot;,&quot;name&quot;:&quot;Computer screen&quot;,&quot;type&quot;:&quot;FIGURE_OBJECT&quot;,&quot;relativeTransform&quot;:{&quot;translate&quot;:{&quot;x&quot;:336.6394254885468,&quot;y&quot;:-234.34797780043914},&quot;rotate&quot;:0,&quot;skewX&quot;:0,&quot;scale&quot;:{&quot;x&quot;:0.668,&quot;y&quot;:0.668}},&quot;image&quot;:{&quot;url&quot;:&quot;https://icons.biorender.com/biorender/5b3ccd5395a91a0014d6ad82/computer-screen.png&quot;,&quot;fallbackUrl&quot;:&quot;https://res.cloudinary.com/dlcjuc3ej/image/upload/v1530711378/poxjcwfeghhd1aitpiho.svg#/keystone/api/icons/5b3ccd5395a91a0014d6ad82/computer-screen.svg&quot;,&quot;isPremium&quot;:false,&quot;isPacked&quot;:true,&quot;size&quot;:{&quot;x&quot;:250,&quot;y&quot;:203.125}},&quot;source&quot;:{&quot;id&quot;:&quot;5b3ccd292b2a330014798001&quot;,&quot;type&quot;:&quot;ASSETS&quot;},&quot;parent&quot;:{&quot;type&quot;:&quot;CHILD&quot;,&quot;parentId&quot;:&quot;dfd023d9-3ea6-4133-85f3-b5371b7b9b07&quot;,&quot;order&quot;:&quot;4&quot;}},&quot;e58aade4-7b7a-4a34-9531-ab794655771f&quot;:{&quot;relativeTransform&quot;:{&quot;translate&quot;:{&quot;x&quot;:297.16373338086197,&quot;y&quot;:-279.06634790483355},&quot;rotate&quot;:0,&quot;skewX&quot;:0,&quot;scale&quot;:{&quot;x&quot;:1,&quot;y&quot;:1}},&quot;type&quot;:&quot;FIGURE_OBJECT&quot;,&quot;id&quot;:&quot;e58aade4-7b7a-4a34-9531-ab794655771f&quot;,&quot;opacity&quot;:1,&quot;source&quot;:{&quot;id&quot;:&quot;632b23cd3d95e57899341158&quot;,&quot;type&quot;:&quot;ASSETS&quot;},&quot;pathStyles&quot;:[{&quot;type&quot;:&quot;FILL&quot;,&quot;fillStyle&quot;:&quot;rgb(0,0,0)&quot;}],&quot;isLocked&quot;:false,&quot;parent&quot;:{&quot;type&quot;:&quot;CHILD&quot;,&quot;parentId&quot;:&quot;dfd023d9-3ea6-4133-85f3-b5371b7b9b07&quot;,&quot;order&quot;:&quot;6&quot;},&quot;name&quot;:&quot;Sequenced genome (simple)&quot;,&quot;displayName&quot;:&quot;Sequenced genome (simple)&quot;,&quot;isPremium&quot;:true},&quot;9fe8fc0c-f6f0-48d2-8865-2a854a1d47f7&quot;:{&quot;type&quot;:&quot;FIGURE_OBJECT&quot;,&quot;id&quot;:&quot;9fe8fc0c-f6f0-48d2-8865-2a854a1d47f7&quot;,&quot;relativeTransform&quot;:{&quot;translate&quot;:{&quot;x&quot;:9.499825349561005,&quot;y&quot;:-9.557397011627552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1&quot;}},&quot;1cfc9099-b6d7-4ab3-addc-aed4e6ace2ff&quot;:{&quot;type&quot;:&quot;FIGURE_OBJECT&quot;,&quot;id&quot;:&quot;1cfc9099-b6d7-4ab3-addc-aed4e6ace2ff&quot;,&quot;relativeTransform&quot;:{&quot;translate&quot;:{&quot;x&quot;:10.455807806016821,&quot;y&quot;:-5.8671524135347735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2&quot;}},&quot;02eab57f-ef1e-4b62-93ab-6725317bef72&quot;:{&quot;type&quot;:&quot;FIGURE_OBJECT&quot;,&quot;id&quot;:&quot;02eab57f-ef1e-4b62-93ab-6725317bef72&quot;,&quot;relativeTransform&quot;:{&quot;translate&quot;:{&quot;x&quot;:17.984985347775517,&quot;y&quot;:-1.9024678292771742},&quot;rotate&quot;:0},&quot;opacity&quot;:1,&quot;path&quot;:{&quot;type&quot;:&quot;POLY_LINE&quot;,&quot;points&quot;:[{&quot;x&quot;:-7.9657845976767065,&quot;y&quot;:0},{&quot;x&quot;:7.965784597676706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3&quot;}},&quot;3dad89ef-26fa-438a-bdb4-e4e53183ff80&quot;:{&quot;type&quot;:&quot;FIGURE_OBJECT&quot;,&quot;id&quot;:&quot;3dad89ef-26fa-438a-bdb4-e4e53183ff80&quot;,&quot;relativeTransform&quot;:{&quot;translate&quot;:{&quot;x&quot;:-8.33135349792532,&quot;y&quot;:-1.9024678292771742},&quot;rotate&quot;:0},&quot;opacity&quot;:1,&quot;path&quot;:{&quot;type&quot;:&quot;POLY_LINE&quot;,&quot;points&quot;:[{&quot;x&quot;:-13.64206421083591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5&quot;}},&quot;a2f63575-8eae-464e-9fcb-2916c834ec33&quot;:{&quot;type&quot;:&quot;FIGURE_OBJECT&quot;,&quot;id&quot;:&quot;a2f63575-8eae-464e-9fcb-2916c834ec33&quot;,&quot;relativeTransform&quot;:{&quot;translate&quot;:{&quot;x&quot;:-8.331163004782418,&quot;y&quot;:2.4585376541830875},&quot;rotate&quot;:0},&quot;opacity&quot;:1,&quot;path&quot;:{&quot;type&quot;:&quot;POLY_LINE&quot;,&quot;points&quot;:[{&quot;x&quot;:-19.47586381533081,&quot;y&quot;:0},{&quot;x&quot;:19.4758638153308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6&quot;}},&quot;07558876-290b-469b-bfa3-ba27dba8150a&quot;:{&quot;type&quot;:&quot;FIGURE_OBJECT&quot;,&quot;id&quot;:&quot;07558876-290b-469b-bfa3-ba27dba8150a&quot;,&quot;relativeTransform&quot;:{&quot;translate&quot;:{&quot;x&quot;:10.808613521699696,&quot;y&quot;:6.201763884162928},&quot;rotate&quot;:0},&quot;opacity&quot;:1,&quot;path&quot;:{&quot;type&quot;:&quot;POLY_LINE&quot;,&quot;points&quot;:[{&quot;x&quot;:-10.191688845589496,&quot;y&quot;:0},{&quot;x&quot;:10.191688845589496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7&quot;}},&quot;08212a2f-180c-4642-aecf-56d5a198695b&quot;:{&quot;type&quot;:&quot;FIGURE_OBJECT&quot;,&quot;id&quot;:&quot;08212a2f-180c-4642-aecf-56d5a198695b&quot;,&quot;relativeTransform&quot;:{&quot;translate&quot;:{&quot;x&quot;:44.142208071804085,&quot;y&quot;:6.20209727319722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8&quot;}},&quot;440aba57-17b5-42b8-b4b1-a4fbc06e48e7&quot;:{&quot;type&quot;:&quot;FIGURE_OBJECT&quot;,&quot;id&quot;:&quot;440aba57-17b5-42b8-b4b1-a4fbc06e48e7&quot;,&quot;relativeTransform&quot;:{&quot;translate&quot;:{&quot;x&quot;:74.95840674968044,&quot;y&quot;:6.202110161278403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&quot;}},&quot;24c62aa7-b156-4d63-9273-9b573bc68001&quot;:{&quot;type&quot;:&quot;FIGURE_OBJECT&quot;,&quot;id&quot;:&quot;24c62aa7-b156-4d63-9273-9b573bc68001&quot;,&quot;relativeTransform&quot;:{&quot;translate&quot;:{&quot;x&quot;:98.28818427982414,&quot;y&quot;:6.202110161278403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5&quot;}},&quot;4f95e3ea-4d7a-45d0-832a-8f3fa271262e&quot;:{&quot;type&quot;:&quot;FIGURE_OBJECT&quot;,&quot;id&quot;:&quot;4f95e3ea-4d7a-45d0-832a-8f3fa271262e&quot;,&quot;relativeTransform&quot;:{&quot;translate&quot;:{&quot;x&quot;:29.603939581706264,&quot;y&quot;:12.561240573639326},&quot;rotate&quot;:0},&quot;opacity&quot;:1,&quot;path&quot;:{&quot;type&quot;:&quot;POLY_LINE&quot;,&quot;points&quot;:[{&quot;x&quot;:-19.47586381533081,&quot;y&quot;:0},{&quot;x&quot;:19.4758638153308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7&quot;}},&quot;c7a3e3dc-1f9d-4353-b6b7-45f52d2170dd&quot;:{&quot;type&quot;:&quot;FIGURE_OBJECT&quot;,&quot;id&quot;:&quot;c7a3e3dc-1f9d-4353-b6b7-45f52d2170dd&quot;,&quot;relativeTransform&quot;:{&quot;translate&quot;:{&quot;x&quot;:-7.209774052788737,&quot;y&quot;:17.51865977002192},&quot;rotate&quot;:0},&quot;opacity&quot;:1,&quot;path&quot;:{&quot;type&quot;:&quot;POLY_LINE&quot;,&quot;points&quot;:[{&quot;x&quot;:-19.47586381533081,&quot;y&quot;:0},{&quot;x&quot;:7.95715436274453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8&quot;}},&quot;ff755c0b-fa34-486d-872b-06a14e4bce52&quot;:{&quot;type&quot;:&quot;FIGURE_OBJECT&quot;,&quot;id&quot;:&quot;ff755c0b-fa34-486d-872b-06a14e4bce52&quot;,&quot;relativeTransform&quot;:{&quot;translate&quot;:{&quot;x&quot;:29.604211125417272,&quot;y&quot;:17.518384758814072},&quot;rotate&quot;:0},&quot;opacity&quot;:1,&quot;path&quot;:{&quot;type&quot;:&quot;POLY_LINE&quot;,&quot;points&quot;:[{&quot;x&quot;:-9.524743817602902,&quot;y&quot;:0},{&quot;x&quot;:7.95715436274453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&quot;}},&quot;c43c82de-c50a-46b4-beb7-82aa2dc56938&quot;:{&quot;type&quot;:&quot;FIGURE_OBJECT&quot;,&quot;id&quot;:&quot;c43c82de-c50a-46b4-beb7-82aa2dc56938&quot;,&quot;relativeTransform&quot;:{&quot;translate&quot;:{&quot;x&quot;:62.26429712598679,&quot;y&quot;:17.518384758814072},&quot;rotate&quot;:0},&quot;opacity&quot;:1,&quot;path&quot;:{&quot;type&quot;:&quot;POLY_LINE&quot;,&quot;points&quot;:[{&quot;x&quot;:-9.524743817602902,&quot;y&quot;:0},{&quot;x&quot;:37.555357432909574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5&quot;}},&quot;eebddb0e-93c5-4d2f-8796-80e7c16bf6c6&quot;:{&quot;type&quot;:&quot;FIGURE_OBJECT&quot;,&quot;id&quot;:&quot;eebddb0e-93c5-4d2f-8796-80e7c16bf6c6&quot;,&quot;relativeTransform&quot;:{&quot;translate&quot;:{&quot;x&quot;:20.30848018216627,&quot;y&quot;:22.686128874990633},&quot;rotate&quot;:0},&quot;opacity&quot;:1,&quot;path&quot;:{&quot;type&quot;:&quot;POLY_LINE&quot;,&quot;points&quot;:[{&quot;x&quot;:-18.3072014705523,&quot;y&quot;:0},{&quot;x&quot;:-3.636293909052787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55&quot;}},&quot;8df584df-20af-4e85-b432-4d9b22d27284&quot;:{&quot;type&quot;:&quot;FIGURE_OBJECT&quot;,&quot;id&quot;:&quot;8df584df-20af-4e85-b432-4d9b22d27284&quot;,&quot;relativeTransform&quot;:{&quot;translate&quot;:{&quot;x&quot;:22.188194205449918,&quot;y&quot;:26.37637347308341},&quot;rotate&quot;:0},&quot;opacity&quot;:1,&quot;path&quot;:{&quot;type&quot;:&quot;POLY_LINE&quot;,&quot;points&quot;:[{&quot;x&quot;:-10.54443320501867,&quot;y&quot;:0},{&quot;x&quot;:21.7713378178398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6&quot;}},&quot;ebdd9b58-6e22-4a28-9506-3e8e48447ebe&quot;:{&quot;type&quot;:&quot;FIGURE_OBJECT&quot;,&quot;id&quot;:&quot;ebdd9b58-6e22-4a28-9506-3e8e48447ebe&quot;,&quot;relativeTransform&quot;:{&quot;translate&quot;:{&quot;x&quot;:-12.942106401345814,&quot;y&quot;:30.341058057341012},&quot;rotate&quot;:0},&quot;opacity&quot;:1,&quot;path&quot;:{&quot;type&quot;:&quot;POLY_LINE&quot;,&quot;points&quot;:[{&quot;x&quot;:-13.64206421083591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7&quot;}},&quot;65a893af-a459-4c49-a067-d2c83a1d37c3&quot;:{&quot;type&quot;:&quot;FIGURE_OBJECT&quot;,&quot;id&quot;:&quot;65a893af-a459-4c49-a067-d2c83a1d37c3&quot;,&quot;relativeTransform&quot;:{&quot;translate&quot;:{&quot;x&quot;:2.4774918278228473,&quot;y&quot;:34.70206354080128},&quot;rotate&quot;:0},&quot;opacity&quot;:1,&quot;path&quot;:{&quot;type&quot;:&quot;POLY_LINE&quot;,&quot;points&quot;:[{&quot;x&quot;:60.13309616649235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75&quot;}},&quot;83338425-c31c-4b04-9f9a-b93d841af295&quot;:{&quot;type&quot;:&quot;FIGURE_OBJECT&quot;,&quot;id&quot;:&quot;83338425-c31c-4b04-9f9a-b93d841af295&quot;,&quot;relativeTransform&quot;:{&quot;translate&quot;:{&quot;x&quot;:34.53237373212664,&quot;y&quot;:38.70044669266057},&quot;rotate&quot;:0},&quot;opacity&quot;:1,&quot;path&quot;:{&quot;type&quot;:&quot;POLY_LINE&quot;,&quot;points&quot;:[{&quot;x&quot;:-10.191688845589496,&quot;y&quot;:0},{&quot;x&quot;:26.77688884180266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8&quot;}},&quot;f836b55a-7d6a-464f-abc0-dce5e5803d68&quot;:{&quot;type&quot;:&quot;FIGURE_OBJECT&quot;,&quot;id&quot;:&quot;f836b55a-7d6a-464f-abc0-dce5e5803d68&quot;,&quot;relativeTransform&quot;:{&quot;translate&quot;:{&quot;x&quot;:65.21609843294937,&quot;y&quot;:22.686472924390095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&quot;}},&quot;44685c2b-e763-496c-baf2-44a02d098e4c&quot;:{&quot;type&quot;:&quot;FIGURE_OBJECT&quot;,&quot;id&quot;:&quot;44685c2b-e763-496c-baf2-44a02d098e4c&quot;,&quot;relativeTransform&quot;:{&quot;translate&quot;:{&quot;x&quot;:68.37159706563027,&quot;y&quot;:26.376545497783148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5&quot;}},&quot;8f049cc6-7c90-45c1-b230-d1d9da789890&quot;:{&quot;type&quot;:&quot;FIGURE_OBJECT&quot;,&quot;id&quot;:&quot;8f049cc6-7c90-45c1-b230-d1d9da789890&quot;,&quot;relativeTransform&quot;:{&quot;translate&quot;:{&quot;x&quot;:-53.53891921567167,&quot;y&quot;:34.70206354080128},&quot;rotate&quot;:0},&quot;opacity&quot;:1,&quot;path&quot;:{&quot;type&quot;:&quot;POLY_LINE&quot;,&quot;points&quot;:[{&quot;x&quot;:84.37300385326543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7&quot;}},&quot;c39b38e0-18c9-4c59-b114-d7e4f2918eb8&quot;:{&quot;type&quot;:&quot;FIGURE_OBJECT&quot;,&quot;id&quot;:&quot;c39b38e0-18c9-4c59-b114-d7e4f2918eb8&quot;,&quot;relativeTransform&quot;:{&quot;translate&quot;:{&quot;x&quot;:-85.4747309454354,&quot;y&quot;:34.70257961490047},&quot;rotate&quot;:0},&quot;opacity&quot;:1,&quot;path&quot;:{&quot;type&quot;:&quot;POLY_LINE&quot;,&quot;points&quot;:[{&quot;x&quot;:84.37300385326543,&quot;y&quot;:0},{&quot;x&quot;:102.146706873377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8&quot;}},&quot;72ce7959-8580-4099-8ede-f5c7907e4ed6&quot;:{&quot;type&quot;:&quot;FIGURE_OBJECT&quot;,&quot;id&quot;:&quot;72ce7959-8580-4099-8ede-f5c7907e4ed6&quot;,&quot;relativeTransform&quot;:{&quot;translate&quot;:{&quot;x&quot;:89.27481713611722,&quot;y&quot;:12.56107123313558},&quot;rotate&quot;:0},&quot;opacity&quot;:1,&quot;path&quot;:{&quot;type&quot;:&quot;POLY_LINE&quot;,&quot;points&quot;:[{&quot;x&quot;:-0.09826402309692556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&quot;}},&quot;3858979c-0715-46d0-acd7-e94697339d30&quot;:{&quot;type&quot;:&quot;FIGURE_OBJECT&quot;,&quot;id&quot;:&quot;3858979c-0715-46d0-acd7-e94697339d30&quot;,&quot;relativeTransform&quot;:{&quot;translate&quot;:{&quot;x&quot;:41.77749132161989,&quot;y&quot;:2.4587096788828133},&quot;rotate&quot;:0},&quot;opacity&quot;:1,&quot;path&quot;:{&quot;type&quot;:&quot;POLY_LINE&quot;,&quot;points&quot;:[{&quot;x&quot;:-19.47586381533081,&quot;y&quot;:0},{&quot;x&quot;:-5.27435771747958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5&quot;}},&quot;b59fefa8-563b-46a7-9ff7-5abb4f9d90cd&quot;:{&quot;type&quot;:&quot;FIGURE_OBJECT&quot;,&quot;id&quot;:&quot;b59fefa8-563b-46a7-9ff7-5abb4f9d90cd&quot;,&quot;relativeTransform&quot;:{&quot;translate&quot;:{&quot;x&quot;:73.16179271279218,&quot;y&quot;:2.4587096788828133},&quot;rotate&quot;:0},&quot;opacity&quot;:1,&quot;path&quot;:{&quot;type&quot;:&quot;POLY_LINE&quot;,&quot;points&quot;:[{&quot;x&quot;:-19.47586381533081,&quot;y&quot;:0},{&quot;x&quot;:-5.27435771747958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7&quot;}},&quot;7be27635-9843-4b14-845b-bcce107eb4f5&quot;:{&quot;type&quot;:&quot;FIGURE_OBJECT&quot;,&quot;id&quot;:&quot;7be27635-9843-4b14-845b-bcce107eb4f5&quot;,&quot;relativeTransform&quot;:{&quot;translate&quot;:{&quot;x&quot;:66.53253881249518,&quot;y&quot;:-9.557723515286783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8&quot;}},&quot;cc66c033-ecb6-4b88-9b94-2205a47fbcf5&quot;:{&quot;type&quot;:&quot;FIGURE_OBJECT&quot;,&quot;id&quot;:&quot;cc66c033-ecb6-4b88-9b94-2205a47fbcf5&quot;,&quot;relativeTransform&quot;:{&quot;translate&quot;:{&quot;x&quot;:95.94340924170747,&quot;y&quot;:-9.557723515286783},&quot;rotate&quot;:0},&quot;opacity&quot;:1,&quot;path&quot;:{&quot;type&quot;:&quot;POLY_LINE&quot;,&quot;points&quot;:[{&quot;x&quot;:-1.9363734978050449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&quot;}},&quot;dd808a59-7f76-4201-a861-4955aec62bbb&quot;:{&quot;type&quot;:&quot;FIGURE_OBJECT&quot;,&quot;id&quot;:&quot;dd808a59-7f76-4201-a861-4955aec62bbb&quot;,&quot;relativeTransform&quot;:{&quot;translate&quot;:{&quot;x&quot;:36.978200722652566,&quot;y&quot;:-9.557558712438235},&quot;rotate&quot;:0},&quot;opacity&quot;:1,&quot;path&quot;:{&quot;type&quot;:&quot;POLY_LINE&quot;,&quot;points&quot;:[{&quot;x&quot;:-1.9363734978050449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5&quot;}},&quot;fdc077fc-7da5-4bb6-ad40-a410bb219f9a&quot;:{&quot;type&quot;:&quot;FIGURE_OBJECT&quot;,&quot;id&quot;:&quot;fdc077fc-7da5-4bb6-ad40-a410bb219f9a&quot;,&quot;relativeTransform&quot;:{&quot;translate&quot;:{&quot;x&quot;:50.77022044313221,&quot;y&quot;:-5.867014754637445},&quot;rotate&quot;:0},&quot;opacity&quot;:1,&quot;path&quot;:{&quot;type&quot;:&quot;POLY_LINE&quot;,&quot;points&quot;:[{&quot;x&quot;:-10.54443320501867,&quot;y&quot;:0},{&quot;x&quot;:28.908293913741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7&quot;}},&quot;eff1c738-1519-4e6b-b3f4-262efd5f8370&quot;:{&quot;type&quot;:&quot;FIGURE_OBJECT&quot;,&quot;id&quot;:&quot;eff1c738-1519-4e6b-b3f4-262efd5f8370&quot;,&quot;relativeTransform&quot;:{&quot;translate&quot;:{&quot;x&quot;:34.47525370643319,&quot;y&quot;:30.341058057341012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8&quot;}},&quot;d675d891-f35e-405c-84fe-6666f163badc&quot;:{&quot;type&quot;:&quot;FIGURE_OBJECT&quot;,&quot;id&quot;:&quot;d675d891-f35e-405c-84fe-6666f163badc&quot;,&quot;relativeTransform&quot;:{&quot;translate&quot;:{&quot;x&quot;:65.28869072074328,&quot;y&quot;:30.341462433411298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&quot;}},&quot;22b50957-68a5-4767-b453-702d01e38481&quot;:{&quot;type&quot;:&quot;FIGURE_OBJECT&quot;,&quot;id&quot;:&quot;22b50957-68a5-4767-b453-702d01e38481&quot;,&quot;relativeTransform&quot;:{&quot;translate&quot;:{&quot;x&quot;:86.38930291247094,&quot;y&quot;:30.341462433411298},&quot;rotate&quot;:0},&quot;opacity&quot;:1,&quot;path&quot;:{&quot;type&quot;:&quot;POLY_LINE&quot;,&quot;points&quot;:[{&quot;x&quot;:6.144878568997216,&quot;y&quot;:0},{&quot;x&quot;:18.234888825171858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5&quot;}},&quot;e48b2e7a-5cda-49bc-bcb0-734c2258b814&quot;:{&quot;type&quot;:&quot;FIGURE_OBJECT&quot;,&quot;id&quot;:&quot;e48b2e7a-5cda-49bc-bcb0-734c2258b814&quot;,&quot;relativeTransform&quot;:{&quot;translate&quot;:{&quot;x&quot;:17.284884058525094,&quot;y&quot;:43.46072013900523},&quot;rotate&quot;:0},&quot;opacity&quot;:1,&quot;path&quot;:{&quot;type&quot;:&quot;POLY_LINE&quot;,&quot;points&quot;:[{&quot;x&quot;:-18.3072014705523,&quot;y&quot;:0},{&quot;x&quot;:-5.6094448577692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55&quot;}},&quot;ed282172-fabb-44fb-9097-0d03dfbc61b3&quot;:{&quot;type&quot;:&quot;FIGURE_OBJECT&quot;,&quot;id&quot;:&quot;ed282172-fabb-44fb-9097-0d03dfbc61b3&quot;,&quot;relativeTransform&quot;:{&quot;translate&quot;:{&quot;x&quot;:18.240866514980908,&quot;y&quot;:47.15096473709801},&quot;rotate&quot;:0},&quot;opacity&quot;:1,&quot;path&quot;:{&quot;type&quot;:&quot;POLY_LINE&quot;,&quot;points&quot;:[{&quot;x&quot;:31.69545022967837,&quot;y&quot;:0},{&quot;x&quot;:54.905954620453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6&quot;}},&quot;a58e03d7-0949-4c7e-8c2e-95dee1f2d110&quot;:{&quot;type&quot;:&quot;FIGURE_OBJECT&quot;,&quot;id&quot;:&quot;a58e03d7-0949-4c7e-8c2e-95dee1f2d110&quot;,&quot;relativeTransform&quot;:{&quot;translate&quot;:{&quot;x&quot;:-0.5462947889612334,&quot;y&quot;:51.11564932135561},&quot;rotate&quot;:0},&quot;opacity&quot;:1,&quot;path&quot;:{&quot;type&quot;:&quot;POLY_LINE&quot;,&quot;points&quot;:[{&quot;x&quot;:-13.64206421083591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7&quot;}},&quot;eec1ab0d-bc74-4780-aad8-79f8c5b8304c&quot;:{&quot;type&quot;:&quot;FIGURE_OBJECT&quot;,&quot;id&quot;:&quot;eec1ab0d-bc74-4780-aad8-79f8c5b8304c&quot;,&quot;relativeTransform&quot;:{&quot;translate&quot;:{&quot;x&quot;:-8.926994427878165,&quot;y&quot;:55.47686745091797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75&quot;}},&quot;b566e1cb-d45e-4622-b7dc-f97e4c268875&quot;:{&quot;type&quot;:&quot;FIGURE_OBJECT&quot;,&quot;id&quot;:&quot;b566e1cb-d45e-4622-b7dc-f97e4c268875&quot;,&quot;relativeTransform&quot;:{&quot;translate&quot;:{&quot;x&quot;:18.593672230663785,&quot;y&quot;:59.21988103479571},&quot;rotate&quot;:0},&quot;opacity&quot;:1,&quot;path&quot;:{&quot;type&quot;:&quot;POLY_LINE&quot;,&quot;points&quot;:[{&quot;x&quot;:-10.191688845589496,&quot;y&quot;:0},{&quot;x&quot;:28.900678312099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8&quot;}},&quot;072eaeb2-92fb-4c4d-9216-2fc912b26d95&quot;:{&quot;type&quot;:&quot;FIGURE_OBJECT&quot;,&quot;id&quot;:&quot;072eaeb2-92fb-4c4d-9216-2fc912b26d95&quot;,&quot;relativeTransform&quot;:{&quot;translate&quot;:{&quot;x&quot;:86.3164265684419,&quot;y&quot;:43.46089794004375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&quot;}},&quot;e89277eb-bc4f-4e27-aded-6465180e62ac&quot;:{&quot;type&quot;:&quot;FIGURE_OBJECT&quot;,&quot;id&quot;:&quot;e89277eb-bc4f-4e27-aded-6465180e62ac&quot;,&quot;relativeTransform&quot;:{&quot;translate&quot;:{&quot;x&quot;:-6.246010029554334,&quot;y&quot;:43.46072013900523},&quot;rotate&quot;:0},&quot;opacity&quot;:1,&quot;path&quot;:{&quot;type&quot;:&quot;POLY_LINE&quot;,&quot;points&quot;:[{&quot;x&quot;:-18.3072014705523,&quot;y&quot;:0},{&quot;x&quot;:-5.6094448577692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5&quot;}},&quot;2f82a069-a63f-4347-b15e-9c64275735f9&quot;:{&quot;type&quot;:&quot;FIGURE_OBJECT&quot;,&quot;id&quot;:&quot;2f82a069-a63f-4347-b15e-9c64275735f9&quot;,&quot;relativeTransform&quot;:{&quot;translate&quot;:{&quot;x&quot;:-17.29852721469887,&quot;y&quot;:47.15096473709801},&quot;rotate&quot;:0},&quot;opacity&quot;:1,&quot;path&quot;:{&quot;type&quot;:&quot;POLY_LINE&quot;,&quot;points&quot;:[{&quot;x&quot;:24.36615538712819,&quot;y&quot;:0},{&quot;x&quot;:54.90595462045392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7&quot;}},&quot;988caa6e-5c1e-494f-9afa-5a801bd84729&quot;:{&quot;type&quot;:&quot;FIGURE_OBJECT&quot;,&quot;id&quot;:&quot;988caa6e-5c1e-494f-9afa-5a801bd84729&quot;,&quot;relativeTransform&quot;:{&quot;translate&quot;:{&quot;x&quot;:31.856903627410425,&quot;y&quot;:51.11579227733052},&quot;rotate&quot;:0},&quot;opacity&quot;:1,&quot;path&quot;:{&quot;type&quot;:&quot;POLY_LINE&quot;,&quot;points&quot;:[{&quot;x&quot;:34.96273316607575,&quot;y&quot;:0},{&quot;x&quot;:73.819432391774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8&quot;}},&quot;1bc24790-e3cf-4c40-b960-4a6bbf72e01d&quot;:{&quot;type&quot;:&quot;FIGURE_OBJECT&quot;,&quot;id&quot;:&quot;1bc24790-e3cf-4c40-b960-4a6bbf72e01d&quot;,&quot;relativeTransform&quot;:{&quot;translate&quot;:{&quot;x&quot;:33.873092430927876,&quot;y&quot;:51.11522402915142},&quot;rotate&quot;:0},&quot;opacity&quot;:1,&quot;path&quot;:{&quot;type&quot;:&quot;POLY_LINE&quot;,&quot;points&quot;:[{&quot;x&quot;:-1.8766172267422163,&quot;y&quot;:0},{&quot;x&quot;:13.64206421083591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&quot;}},&quot;6a6b0b12-5c84-422c-ae6c-62ea44d7653c&quot;:{&quot;type&quot;:&quot;FIGURE_OBJECT&quot;,&quot;id&quot;:&quot;6a6b0b12-5c84-422c-ae6c-62ea44d7653c&quot;,&quot;relativeTransform&quot;:{&quot;translate&quot;:{&quot;x&quot;:20.863151800712952,&quot;y&quot;:55.47665480481587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5&quot;}},&quot;9dad59c5-4133-4fd7-8a7f-23954ffcbdac&quot;:{&quot;type&quot;:&quot;FIGURE_OBJECT&quot;,&quot;id&quot;:&quot;9dad59c5-4133-4fd7-8a7f-23954ffcbdac&quot;,&quot;relativeTransform&quot;:{&quot;translate&quot;:{&quot;x&quot;:44.16972669039725,&quot;y&quot;:55.4764073136502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7&quot;}},&quot;54bdf09a-2463-49af-ab77-59b74b52486d&quot;:{&quot;type&quot;:&quot;FIGURE_OBJECT&quot;,&quot;id&quot;:&quot;54bdf09a-2463-49af-ab77-59b74b52486d&quot;,&quot;relativeTransform&quot;:{&quot;translate&quot;:{&quot;x&quot;:72.08082738773305,&quot;y&quot;:55.47647700377738},&quot;rotate&quot;:0},&quot;opacity&quot;:1,&quot;path&quot;:{&quot;type&quot;:&quot;POLY_LINE&quot;,&quot;points&quot;:[{&quot;x&quot;:-19.47586381533081,&quot;y&quot;:0},{&quot;x&quot;:6.746035930901554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8&quot;}},&quot;b0e9e6e7-73b4-491c-be51-6cab8c4acf22&quot;:{&quot;type&quot;:&quot;FIGURE_OBJECT&quot;,&quot;id&quot;:&quot;b0e9e6e7-73b4-491c-be51-6cab8c4acf22&quot;,&quot;relativeTransform&quot;:{&quot;translate&quot;:{&quot;x&quot;:61.43821706429204,&quot;y&quot;:59.21983602361948},&quot;rotate&quot;:0},&quot;opacity&quot;:1,&quot;path&quot;:{&quot;type&quot;:&quot;POLY_LINE&quot;,&quot;points&quot;:[{&quot;x&quot;:-10.191688845589496,&quot;y&quot;:0},{&quot;x&quot;:28.9006783120991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&quot;}},&quot;2c9d43a1-5c85-44ba-98e1-8aad90c141c3&quot;:{&quot;type&quot;:&quot;FIGURE_OBJECT&quot;,&quot;id&quot;:&quot;2c9d43a1-5c85-44ba-98e1-8aad90c141c3&quot;,&quot;relativeTransform&quot;:{&quot;translate&quot;:{&quot;x&quot;:89.23956615633526,&quot;y&quot;:59.21983602361948},&quot;rotate&quot;:0},&quot;opacity&quot;:1,&quot;path&quot;:{&quot;type&quot;:&quot;POLY_LINE&quot;,&quot;points&quot;:[{&quot;x&quot;:5.994028666884623,&quot;y&quot;:0},{&quot;x&quot;:18.99882759858555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5&quot;}},&quot;d1c98e59-7c98-4545-8ed7-89320946395b&quot;:{&quot;type&quot;:&quot;FIGURE_OBJECT&quot;,&quot;id&quot;:&quot;d1c98e59-7c98-4545-8ed7-89320946395b&quot;,&quot;relativeTransform&quot;:{&quot;translate&quot;:{&quot;x&quot;:5.085602801465158,&quot;y&quot;:62.963022325061004},&quot;rotate&quot;:0},&quot;opacity&quot;:1,&quot;path&quot;:{&quot;type&quot;:&quot;POLY_LINE&quot;,&quot;points&quot;:[{&quot;x&quot;:-18.3072014705523,&quot;y&quot;:0},{&quot;x&quot;:18.307201470552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55&quot;}},&quot;4eaad2d8-4cf8-4319-be32-44e5de2e4bec&quot;:{&quot;type&quot;:&quot;FIGURE_OBJECT&quot;,&quot;id&quot;:&quot;4eaad2d8-4cf8-4319-be32-44e5de2e4bec&quot;,&quot;relativeTransform&quot;:{&quot;translate&quot;:{&quot;x&quot;:5.921562767394527,&quot;y&quot;:67.61344684736534},&quot;rotate&quot;:0},&quot;opacity&quot;:1,&quot;path&quot;:{&quot;type&quot;:&quot;POLY_LINE&quot;,&quot;points&quot;:[{&quot;x&quot;:-10.54443320501867,&quot;y&quot;:0},{&quot;x&quot;:10.54443320501867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6&quot;}},&quot;1db2fad5-f5d1-43c8-842f-36716dfe23b0&quot;:{&quot;type&quot;:&quot;FIGURE_OBJECT&quot;,&quot;id&quot;:&quot;1db2fad5-f5d1-43c8-842f-36716dfe23b0&quot;,&quot;relativeTransform&quot;:{&quot;translate&quot;:{&quot;x&quot;:-5.19972299236604,&quot;y&quot;:67.61350925974021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8&quot;}},&quot;ec5e6a88-f6cf-4941-85bf-9e07ddd5cf46&quot;:{&quot;type&quot;:&quot;FIGURE_OBJECT&quot;,&quot;id&quot;:&quot;ec5e6a88-f6cf-4941-85bf-9e07ddd5cf46&quot;,&quot;relativeTransform&quot;:{&quot;translate&quot;:{&quot;x&quot;:44.16960863498637,&quot;y&quot;:67.61335172225799},&quot;rotate&quot;:0},&quot;opacity&quot;:1,&quot;path&quot;:{&quot;type&quot;:&quot;POLY_LINE&quot;,&quot;points&quot;:[{&quot;x&quot;:-19.47586381533081,&quot;y&quot;:0},{&quot;x&quot;:-6.562420493729005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&quot;}},&quot;a55411ed-e720-4941-b753-144eb4fa235d&quot;:{&quot;type&quot;:&quot;FIGURE_OBJECT&quot;,&quot;id&quot;:&quot;a55411ed-e720-4941-b753-144eb4fa235d&quot;,&quot;relativeTransform&quot;:{&quot;translate&quot;:{&quot;x&quot;:63.49322960974414,&quot;y&quot;:67.61335172225799},&quot;rotate&quot;:0},&quot;opacity&quot;:1,&quot;path&quot;:{&quot;type&quot;:&quot;POLY_LINE&quot;,&quot;points&quot;:[{&quot;x&quot;:-19.47586381533081,&quot;y&quot;:0},{&quot;x&quot;:14.201470977280849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5&quot;}},&quot;60f7823d-a4ae-4190-a1be-4cfb59593771&quot;:{&quot;type&quot;:&quot;FIGURE_OBJECT&quot;,&quot;id&quot;:&quot;60f7823d-a4ae-4190-a1be-4cfb59593771&quot;,&quot;relativeTransform&quot;:{&quot;translate&quot;:{&quot;x&quot;:100.22011171083656,&quot;y&quot;:67.61306404498906},&quot;rotate&quot;:0},&quot;opacity&quot;:1,&quot;path&quot;:{&quot;type&quot;:&quot;POLY_LINE&quot;,&quot;points&quot;:[{&quot;x&quot;:-19.47586381533081,&quot;y&quot;:0},{&quot;x&quot;:5.559851405531083,&quot;y&quot;:0}],&quot;closed&quot;:false},&quot;pathStyles&quot;:[{&quot;type&quot;:&quot;FILL&quot;,&quot;fillStyle&quot;:&quot;rgba(0,0,0,0)&quot;},{&quot;type&quot;:&quot;STROKE&quot;,&quot;strokeStyle&quot;:&quot;rgb(95, 201, 13)&quot;,&quot;lineWidth&quot;:1.3012897016233296,&quot;lineJoin&quot;:&quot;round&quot;}],&quot;isLocked&quot;:false,&quot;parent&quot;:{&quot;type&quot;:&quot;CHILD&quot;,&quot;parentId&quot;:&quot;e58aade4-7b7a-4a34-9531-ab794655771f&quot;,&quot;order&quot;:&quot;99999999997&quot;}},&quot;ebce63df-4a19-4777-826a-7d61c58ba776&quot;:{&quot;id&quot;:&quot;ebce63df-4a19-4777-826a-7d61c58ba776&quot;,&quot;type&quot;:&quot;FIGURE_OBJECT&quot;,&quot;document&quot;:{&quot;type&quot;:&quot;FIGURE&quot;,&quot;canvasType&quot;:&quot;FIGURE&quot;,&quot;units&quot;:&quot;cm&quot;},&quot;parent&quot;:{&quot;parentId&quot;:&quot;bf159dfd-b1cd-419e-93e3-9913c5c0ca8c&quot;,&quot;type&quot;:&quot;DOCUMENT&quot;,&quot;order&quot;:&quot;5&quot;}},&quot;bf159dfd-b1cd-419e-93e3-9913c5c0ca8c&quot;:{&quot;id&quot;:&quot;bf159dfd-b1cd-419e-93e3-9913c5c0ca8c&quot;,&quot;type&quot;:&quot;FIGURE_OBJECT&quot;,&quot;document&quot;:{&quot;type&quot;:&quot;DOCUMENT_GROUP&quot;,&quot;canvasType&quot;:&quot;FIGURE&quot;,&quot;units&quot;:&quot;cm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0990c19ee8e0c6ece7d97"/>
  <p:tag name="FIGURESLIDEID" val="ebce63df-4a19-4777-826a-7d61c58ba776"/>
  <p:tag name="SELECTIONIDS" val="12d2c974-a850-4284-9bd4-dbebf33f21fb"/>
  <p:tag name="TRANSPARENTBACKGROUND" val="true"/>
  <p:tag name="VERSION" val="1771098577138"/>
  <p:tag name="TITLE" val="RNASEQ level of details"/>
  <p:tag name="CREATORNAME" val="Shira Givati"/>
  <p:tag name="DATEINSERTED" val="1771098578634"/>
  <p:tag name="DPI" val="300"/>
  <p:tag name="BIOJSON" val="{&quot;id&quot;:&quot;bf159dfd-b1cd-419e-93e3-9913c5c0ca8c&quot;,&quot;objects&quot;:{&quot;3bfd63a5-731c-4531-b61b-6c6f152cd55b&quot;:{&quot;id&quot;:&quot;3bfd63a5-731c-4531-b61b-6c6f152cd55b&quot;,&quot;name&quot;:&quot;image.png&quot;,&quot;type&quot;:&quot;FIGURE_OBJECT&quot;,&quot;relativeTransform&quot;:{&quot;translate&quot;:{&quot;x&quot;:91,&quot;y&quot;:108},&quot;rotate&quot;:0,&quot;skewX&quot;:0,&quot;scale&quot;:{&quot;x&quot;:1,&quot;y&quot;:1}},&quot;image&quot;:{&quot;url&quot;:&quot;https://core.services.biorender.com/api/uploads/noredirect/69909b7d7f80ce2e42a342cf/1771084669867_2f01a8bf-755d-4065-985e-8de4103ff034_icon.png&quot;,&quot;isPremium&quot;:false,&quot;isSignedURL&quot;:true,&quot;size&quot;:{&quot;x&quot;:300,&quot;y&quot;:318.56866537717605}},&quot;source&quot;:{&quot;id&quot;:&quot;69909b7d7f80ce2e42a342cf&quot;,&quot;type&quot;:&quot;UPLOADS&quot;},&quot;isPremium&quot;:false,&quot;parent&quot;:{&quot;type&quot;:&quot;CHILD&quot;,&quot;parentId&quot;:&quot;12d2c974-a850-4284-9bd4-dbebf33f21fb&quot;,&quot;order&quot;:&quot;5&quot;}},&quot;12d2c974-a850-4284-9bd4-dbebf33f21fb&quot;:{&quot;type&quot;:&quot;FIGURE_OBJECT&quot;,&quot;id&quot;:&quot;12d2c974-a850-4284-9bd4-dbebf33f21fb&quot;,&quot;parent&quot;:{&quot;type&quot;:&quot;CHILD&quot;,&quot;parentId&quot;:&quot;ebce63df-4a19-4777-826a-7d61c58ba776&quot;,&quot;order&quot;:&quot;8&quot;},&quot;relativeTransform&quot;:{&quot;translate&quot;:{&quot;x&quot;:-382.002,&quot;y&quot;:56.00033268858802},&quot;rotate&quot;:0,&quot;skewX&quot;:0,&quot;scale&quot;:{&quot;x&quot;:1,&quot;y&quot;:1}}},&quot;e099f213-1fbf-45c4-b939-61609fbb1a1f&quot;:{&quot;type&quot;:&quot;FIGURE_OBJECT&quot;,&quot;id&quot;:&quot;e099f213-1fbf-45c4-b939-61609fbb1a1f&quot;,&quot;parent&quot;:{&quot;type&quot;:&quot;CROP&quot;,&quot;parentId&quot;:&quot;12d2c974-a850-4284-9bd4-dbebf33f21fb&quot;,&quot;order&quot;:&quot;5&quot;},&quot;relativeTransform&quot;:{&quot;translate&quot;:{&quot;x&quot;:91,&quot;y&quot;:23.000000000000014},&quot;rotate&quot;:0,&quot;skewX&quot;:0,&quot;scale&quot;:{&quot;x&quot;:150,&quot;y&quot;:74.28433268858804}},&quot;path&quot;:{&quot;type&quot;:&quot;RECT&quot;,&quot;size&quot;:{&quot;x&quot;:2,&quot;y&quot;:2}},&quot;pathStyles&quot;:[{&quot;type&quot;:&quot;FILL&quot;,&quot;fillStyle&quot;:&quot;#fff&quot;}],&quot;isFrozen&quot;:true},&quot;ebce63df-4a19-4777-826a-7d61c58ba776&quot;:{&quot;id&quot;:&quot;ebce63df-4a19-4777-826a-7d61c58ba776&quot;,&quot;type&quot;:&quot;FIGURE_OBJECT&quot;,&quot;document&quot;:{&quot;type&quot;:&quot;FIGURE&quot;,&quot;canvasType&quot;:&quot;FIGURE&quot;,&quot;units&quot;:&quot;cm&quot;},&quot;parent&quot;:{&quot;parentId&quot;:&quot;bf159dfd-b1cd-419e-93e3-9913c5c0ca8c&quot;,&quot;type&quot;:&quot;DOCUMENT&quot;,&quot;order&quot;:&quot;5&quot;}},&quot;bf159dfd-b1cd-419e-93e3-9913c5c0ca8c&quot;:{&quot;id&quot;:&quot;bf159dfd-b1cd-419e-93e3-9913c5c0ca8c&quot;,&quot;type&quot;:&quot;FIGURE_OBJECT&quot;,&quot;document&quot;:{&quot;type&quot;:&quot;DOCUMENT_GROUP&quot;,&quot;canvasType&quot;:&quot;FIGURE&quot;,&quot;units&quot;:&quot;cm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0990c19ee8e0c6ece7d97"/>
  <p:tag name="FIGURESLIDEID" val="ebce63df-4a19-4777-826a-7d61c58ba776"/>
  <p:tag name="SELECTIONIDS" val="89fe3461-4329-4772-aa8a-414c2e59dbee"/>
  <p:tag name="TRANSPARENTBACKGROUND" val="true"/>
  <p:tag name="VERSION" val="1771098577138"/>
  <p:tag name="TITLE" val="RNASEQ level of details"/>
  <p:tag name="CREATORNAME" val="Shira Givati"/>
  <p:tag name="DATEINSERTED" val="1771098578634"/>
  <p:tag name="DPI" val="300"/>
  <p:tag name="BIOJSON" val="{&quot;id&quot;:&quot;bf159dfd-b1cd-419e-93e3-9913c5c0ca8c&quot;,&quot;objects&quot;:{&quot;89fe3461-4329-4772-aa8a-414c2e59dbee&quot;:{&quot;relativeTransform&quot;:{&quot;translate&quot;:{&quot;x&quot;:-6.537040579593256,&quot;y&quot;:91.75649666576534},&quot;rotate&quot;:0,&quot;skewX&quot;:0,&quot;scale&quot;:{&quot;x&quot;:1,&quot;y&quot;:1}},&quot;type&quot;:&quot;FIGURE_OBJECT&quot;,&quot;id&quot;:&quot;89fe3461-4329-4772-aa8a-414c2e59dbee&quot;,&quot;name&quot;:&quot;Manuscript&quot;,&quot;displayName&quot;:&quot;Manuscript&quot;,&quot;opacity&quot;:1,&quot;source&quot;:{&quot;id&quot;:&quot;5dbca0e5bcc8c9007f7469e5&quot;,&quot;type&quot;:&quot;ASSETS&quot;},&quot;pathStyles&quot;:[{&quot;type&quot;:&quot;FILL&quot;,&quot;fillStyle&quot;:&quot;rgb(0,0,0)&quot;}],&quot;isLocked&quot;:false,&quot;parent&quot;:{&quot;type&quot;:&quot;CHILD&quot;,&quot;parentId&quot;:&quot;ebce63df-4a19-4777-826a-7d61c58ba776&quot;,&quot;order&quot;:&quot;999&quot;},&quot;isPremium&quot;:true},&quot;3a7023d8-d1e8-4c93-a681-e2a6699076aa&quot;:{&quot;type&quot;:&quot;FIGURE_OBJECT&quot;,&quot;id&quot;:&quot;3a7023d8-d1e8-4c93-a681-e2a6699076aa&quot;,&quot;relativeTransform&quot;:{&quot;translate&quot;:{&quot;x&quot;:-1.8101421099449514e-14,&quot;y&quot;:1.8101421099449514e-14},&quot;rotate&quot;:0},&quot;opacity&quot;:1,&quot;path&quot;:{&quot;type&quot;:&quot;RECT&quot;,&quot;size&quot;:{&quot;x&quot;:115.06373252198384,&quot;y&quot;:174.08099333153072},&quot;cornerRounding&quot;:{&quot;type&quot;:&quot;ARC_LENGTH&quot;,&quot;global&quot;:1.4652829731740122}},&quot;pathStyles&quot;:[{&quot;type&quot;:&quot;FILL&quot;,&quot;fillStyle&quot;:&quot;rgba(244,250,255,1)&quot;},{&quot;type&quot;:&quot;STROKE&quot;,&quot;strokeStyle&quot;:&quot;#95AAD3&quot;,&quot;lineWidth&quot;:0.6368871352996661,&quot;lineJoin&quot;:&quot;round&quot;}],&quot;isLocked&quot;:false,&quot;parent&quot;:{&quot;type&quot;:&quot;CHILD&quot;,&quot;parentId&quot;:&quot;89fe3461-4329-4772-aa8a-414c2e59dbee&quot;,&quot;order&quot;:&quot;05&quot;}},&quot;9582bffe-b3da-4249-b21e-fdae140a3a03&quot;:{&quot;type&quot;:&quot;FIGURE_OBJECT&quot;,&quot;id&quot;:&quot;9582bffe-b3da-4249-b21e-fdae140a3a03&quot;,&quot;relativeTransform&quot;:{&quot;translate&quot;:{&quot;x&quot;:-11.364375538973063,&quot;y&quot;:-63.88276606037177},&quot;rotate&quot;:0},&quot;opacity&quot;:1,&quot;path&quot;:{&quot;type&quot;:&quot;RECT&quot;,&quot;size&quot;:{&quot;x&quot;:69.32522132741245,&quot;y&quot;:5.271024245996023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1&quot;}},&quot;18d8a3e0-077f-4f90-9cc0-63406a3e10e1&quot;:{&quot;type&quot;:&quot;FIGURE_OBJECT&quot;,&quot;id&quot;:&quot;18d8a3e0-077f-4f90-9cc0-63406a3e10e1&quot;,&quot;relativeTransform&quot;:{&quot;translate&quot;:{&quot;x&quot;:-36.468956654324195,&quot;y&quot;:-15.371350995031493},&quot;rotate&quot;:0},&quot;opacity&quot;:1,&quot;path&quot;:{&quot;type&quot;:&quot;RECT&quot;,&quot;size&quot;:{&quot;x&quot;:20.654603597481493,&quot;y&quot;:4.001134241721711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15&quot;}},&quot;9ddaff96-3080-4ac3-a5a7-41a7a2f36409&quot;:{&quot;type&quot;:&quot;FIGURE_OBJECT&quot;,&quot;id&quot;:&quot;9ddaff96-3080-4ac3-a5a7-41a7a2f36409&quot;,&quot;relativeTransform&quot;:{&quot;translate&quot;:{&quot;x&quot;:24.545620021415687,&quot;y&quot;:25.38390925478029},&quot;rotate&quot;:0},&quot;opacity&quot;:1,&quot;path&quot;:{&quot;type&quot;:&quot;RECT&quot;,&quot;size&quot;:{&quot;x&quot;:42.25486043561133,&quot;y&quot;:4.001134241721711},&quot;cornerRounding&quot;:{&quot;type&quot;:&quot;ARC_LENGTH&quot;,&quot;global&quot;:4.151635090659839}},&quot;pathStyles&quot;:[{&quot;type&quot;:&quot;FILL&quot;,&quot;fillStyle&quot;:&quot;rgba(179,196,211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2&quot;}},&quot;b1a4bfa2-d766-4601-a086-1917f4686330&quot;:{&quot;type&quot;:&quot;FIGURE_OBJECT&quot;,&quot;id&quot;:&quot;b1a4bfa2-d766-4601-a086-1917f4686330&quot;,&quot;relativeTransform&quot;:{&quot;translate&quot;:{&quot;x&quot;:-0.3260650084306033,&quot;y&quot;:-39.30958602663308},&quot;rotate&quot;:0},&quot;opacity&quot;:1,&quot;path&quot;:{&quot;type&quot;:&quot;RECT&quot;,&quot;size&quot;:{&quot;x&quot;:91.08592460095012,&quot;y&quot;:17.70873241714484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25&quot;}},&quot;3ea56b91-eb58-45b0-bb55-738f42cc91ad&quot;:{&quot;type&quot;:&quot;FIGURE_OBJECT&quot;,&quot;id&quot;:&quot;3ea56b91-eb58-45b0-bb55-738f42cc91ad&quot;,&quot;relativeTransform&quot;:{&quot;translate&quot;:{&quot;x&quot;:-25.896904708847696,&quot;y&quot;:0.32690237318398596},&quot;rotate&quot;:0},&quot;opacity&quot;:1,&quot;path&quot;:{&quot;type&quot;:&quot;RECT&quot;,&quot;size&quot;:{&quot;x&quot;:41.79870748843449,&quot;y&quot;:17.70873241714484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3&quot;}},&quot;6a4dc6a3-093b-4a1b-a679-423fb4e61d7c&quot;:{&quot;type&quot;:&quot;FIGURE_OBJECT&quot;,&quot;id&quot;:&quot;6a4dc6a3-093b-4a1b-a679-423fb4e61d7c&quot;,&quot;relativeTransform&quot;:{&quot;translate&quot;:{&quot;x&quot;:-25.896904708847625,&quot;y&quot;:27.694213547571344},&quot;rotate&quot;:0},&quot;opacity&quot;:1,&quot;path&quot;:{&quot;type&quot;:&quot;RECT&quot;,&quot;size&quot;:{&quot;x&quot;:41.79870748843449,&quot;y&quot;:27.3392498540653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4&quot;}},&quot;45ffa79b-0a11-4392-ae40-1315710df292&quot;:{&quot;type&quot;:&quot;FIGURE_OBJECT&quot;,&quot;id&quot;:&quot;45ffa79b-0a11-4392-ae40-1315710df292&quot;,&quot;relativeTransform&quot;:{&quot;translate&quot;:{&quot;x&quot;:-25.896904708847625,&quot;y&quot;:57.544213098359094},&quot;rotate&quot;:0},&quot;opacity&quot;:1,&quot;path&quot;:{&quot;type&quot;:&quot;RECT&quot;,&quot;size&quot;:{&quot;x&quot;:41.79870748843449,&quot;y&quot;:24.936552319939175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5&quot;}},&quot;106c43af-1af7-4b6c-a81e-df135ab31876&quot;:{&quot;type&quot;:&quot;FIGURE_OBJECT&quot;,&quot;id&quot;:&quot;106c43af-1af7-4b6c-a81e-df135ab31876&quot;,&quot;relativeTransform&quot;:{&quot;translate&quot;:{&quot;x&quot;:24.317543547827196,&quot;y&quot;:0.18013741676443845},&quot;rotate&quot;:0},&quot;opacity&quot;:1,&quot;path&quot;:{&quot;type&quot;:&quot;RECT&quot;,&quot;size&quot;:{&quot;x&quot;:41.79870748843449,&quot;y&quot;:35.104111065313575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55&quot;}},&quot;421c9163-fc51-441b-8594-0ea516c422dc&quot;:{&quot;type&quot;:&quot;FIGURE_OBJECT&quot;,&quot;id&quot;:&quot;421c9163-fc51-441b-8594-0ea516c422dc&quot;,&quot;relativeTransform&quot;:{&quot;translate&quot;:{&quot;x&quot;:24.77369649500407,&quot;y&quot;:51.4529979700331},&quot;rotate&quot;:0},&quot;opacity&quot;:1,&quot;path&quot;:{&quot;type&quot;:&quot;RECT&quot;,&quot;size&quot;:{&quot;x&quot;:41.79870748843449,&quot;y&quot;:36.83474481978708},&quot;cornerRounding&quot;:{&quot;type&quot;:&quot;ARC_LENGTH&quot;,&quot;global&quot;:4.151635090659839}},&quot;pathStyles&quot;:[{&quot;type&quot;:&quot;FILL&quot;,&quot;fillStyle&quot;:&quot;rgba(213, 224, 236, 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6&quot;}},&quot;a4c40832-e60e-4958-ad2f-f460e47d15a0&quot;:{&quot;type&quot;:&quot;FIGURE_OBJECT&quot;,&quot;id&quot;:&quot;a4c40832-e60e-4958-ad2f-f460e47d15a0&quot;,&quot;relativeTransform&quot;:{&quot;translate&quot;:{&quot;x&quot;:-5.1411374345578125,&quot;y&quot;:-55.47854500716469},&quot;rotate&quot;:0},&quot;opacity&quot;:1,&quot;path&quot;:{&quot;type&quot;:&quot;RECT&quot;,&quot;size&quot;:{&quot;x&quot;:81.77169753624295,&quot;y&quot;:2.8010186871296345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65&quot;}},&quot;6813e6c9-1211-44bb-a994-05d52ffade6c&quot;:{&quot;type&quot;:&quot;FIGURE_OBJECT&quot;,&quot;id&quot;:&quot;6813e6c9-1211-44bb-a994-05d52ffade6c&quot;,&quot;relativeTransform&quot;:{&quot;translate&quot;:{&quot;x&quot;:39.4024451020442,&quot;y&quot;:-76.00076348956019},&quot;rotate&quot;:0},&quot;opacity&quot;:1,&quot;path&quot;:{&quot;type&quot;:&quot;RECT&quot;,&quot;size&quot;:{&quot;x&quot;:11.628835060765544,&quot;y&quot;:2.8010186871296345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7&quot;}},&quot;83355b29-fa4b-4c48-91f2-c78b80dd5bde&quot;:{&quot;type&quot;:&quot;FIGURE_OBJECT&quot;,&quot;id&quot;:&quot;83355b29-fa4b-4c48-91f2-c78b80dd5bde&quot;,&quot;relativeTransform&quot;:{&quot;translate&quot;:{&quot;x&quot;:-25.857900264626736,&quot;y&quot;:76.98304701557025},&quot;rotate&quot;:0},&quot;opacity&quot;:0.78,&quot;path&quot;:{&quot;type&quot;:&quot;RECT&quot;,&quot;size&quot;:{&quot;x&quot;:41.87671637687626,&quot;y&quot;:2.8010186871296345},&quot;cornerRounding&quot;:{&quot;type&quot;:&quot;ARC_LENGTH&quot;,&quot;global&quot;:4.151635090659839}},&quot;pathStyles&quot;:[{&quot;type&quot;:&quot;FILL&quot;,&quot;fillStyle&quot;:&quot;rgba(219,231,245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75&quot;}},&quot;4b17c8d8-8c50-47e9-becf-506c48b36155&quot;:{&quot;type&quot;:&quot;FIGURE_OBJECT&quot;,&quot;id&quot;:&quot;4b17c8d8-8c50-47e9-becf-506c48b36155&quot;,&quot;relativeTransform&quot;:{&quot;translate&quot;:{&quot;x&quot;:-0.789672875264999,&quot;y&quot;:-24.20006187482004},&quot;rotate&quot;:0},&quot;opacity&quot;:1,&quot;path&quot;:{&quot;type&quot;:&quot;RECT&quot;,&quot;size&quot;:{&quot;x&quot;:92.01317115559974,&quot;y&quot;:0.6819024618450814},&quot;cornerRounding&quot;:{&quot;type&quot;:&quot;ARC_LENGTH&quot;,&quot;global&quot;:4.151635090659839}},&quot;pathStyles&quot;:[{&quot;type&quot;:&quot;FILL&quot;,&quot;fillStyle&quot;:&quot;rgba(213,224,236,1)&quot;},{&quot;type&quot;:&quot;STROKE&quot;,&quot;strokeStyle&quot;:&quot;transparent&quot;,&quot;lineWidth&quot;:0.6368871352996661,&quot;lineJoin&quot;:&quot;round&quot;}],&quot;isLocked&quot;:false,&quot;parent&quot;:{&quot;type&quot;:&quot;CHILD&quot;,&quot;parentId&quot;:&quot;89fe3461-4329-4772-aa8a-414c2e59dbee&quot;,&quot;order&quot;:&quot;8&quot;}},&quot;82f46afd-0577-4b0b-946e-31cfa0d278b7&quot;:{&quot;type&quot;:&quot;FIGURE_OBJECT&quot;,&quot;id&quot;:&quot;82f46afd-0577-4b0b-946e-31cfa0d278b7&quot;,&quot;relativeTransform&quot;:{&quot;translate&quot;:{&quot;x&quot;:-28.46622427430271,&quot;y&quot;:-74.593705747092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6.633444357946037,&quot;color&quot;:&quot;#232323&quot;,&quot;fontWeight&quot;:&quot;normal&quot;,&quot;fontStyle&quot;:&quot;normal&quot;,&quot;decoration&quot;:&quot;none&quot;,&quot;script&quot;:&quot;none&quot;},&quot;range&quot;:[0,4]}],&quot;text&quot;:&quot;Title&quot;,&quot;baseStyle&quot;:{&quot;fontFamily&quot;:&quot;Roboto&quot;,&quot;fontSize&quot;:6.633444357946037,&quot;color&quot;:&quot;#232323&quot;,&quot;fontWeight&quot;:&quot;normal&quot;,&quot;fontStyle&quot;:&quot;normal&quot;,&quot;decoration&quot;:&quot;none&quot;,&quot;script&quot;:&quot;none&quot;}}],&quot;verticalAlign&quot;:&quot;TOP&quot;},&quot;size&quot;:{&quot;x&quot;:54.414973248776086,&quot;y&quot;:8.279532758895659},&quot;targetSize&quot;:{&quot;x&quot;:54.414973248776086,&quot;y&quot;:8.279532758895659},&quot;format&quot;:&quot;BETTER_TEXT&quot;,&quot;verticalAlign&quot;:&quot;TOP&quot;},&quot;isLocked&quot;:false,&quot;parent&quot;:{&quot;type&quot;:&quot;CHILD&quot;,&quot;parentId&quot;:&quot;89fe3461-4329-4772-aa8a-414c2e59dbee&quot;,&quot;order&quot;:&quot;9&quot;}},&quot;ebce63df-4a19-4777-826a-7d61c58ba776&quot;:{&quot;id&quot;:&quot;ebce63df-4a19-4777-826a-7d61c58ba776&quot;,&quot;type&quot;:&quot;FIGURE_OBJECT&quot;,&quot;document&quot;:{&quot;type&quot;:&quot;FIGURE&quot;,&quot;canvasType&quot;:&quot;FIGURE&quot;,&quot;units&quot;:&quot;cm&quot;},&quot;parent&quot;:{&quot;parentId&quot;:&quot;bf159dfd-b1cd-419e-93e3-9913c5c0ca8c&quot;,&quot;type&quot;:&quot;DOCUMENT&quot;,&quot;order&quot;:&quot;5&quot;}},&quot;bf159dfd-b1cd-419e-93e3-9913c5c0ca8c&quot;:{&quot;id&quot;:&quot;bf159dfd-b1cd-419e-93e3-9913c5c0ca8c&quot;,&quot;type&quot;:&quot;FIGURE_OBJECT&quot;,&quot;document&quot;:{&quot;type&quot;:&quot;DOCUMENT_GROUP&quot;,&quot;canvasType&quot;:&quot;FIGURE&quot;,&quot;units&quot;:&quot;cm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254</Words>
  <Application>Microsoft Office PowerPoint</Application>
  <PresentationFormat>Custom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Roboto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אסנת ויסברג</cp:lastModifiedBy>
  <cp:revision>2</cp:revision>
  <dcterms:created xsi:type="dcterms:W3CDTF">2026-02-14T19:49:39Z</dcterms:created>
  <dcterms:modified xsi:type="dcterms:W3CDTF">2026-02-14T20:10:23Z</dcterms:modified>
</cp:coreProperties>
</file>